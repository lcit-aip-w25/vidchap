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85" d="100"/>
          <a:sy n="85" d="100"/>
        </p:scale>
        <p:origin x="76" y="4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5D293-26C6-4C6F-7F50-DC1DCA70C1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1ECB71-6E0D-96A0-F8AF-A20EC8C245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B4D33-E359-94C6-9B19-052DD26FA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7B803-2E9E-4C9B-9E99-88E3CAB1E2DD}" type="datetimeFigureOut">
              <a:rPr lang="en-CA" smtClean="0"/>
              <a:t>2025-02-19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D942-36BD-CA13-4191-3E10EC889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7B8CB-55FC-C120-1483-1C6019FD3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AA90A-60FB-4456-AB48-7E341D5B24E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2155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3AC9A-BEE4-E2F6-279E-461677D7D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95C35-F683-F077-4F2C-1DCBD3E4F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580A5-B42F-19B8-6777-05197C5BF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7B803-2E9E-4C9B-9E99-88E3CAB1E2DD}" type="datetimeFigureOut">
              <a:rPr lang="en-CA" smtClean="0"/>
              <a:t>2025-02-19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86D60-DE50-B5E6-3049-480FE8860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AB4ED-5CC6-B175-263B-9DCDEBAB1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AA90A-60FB-4456-AB48-7E341D5B24E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5327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64F8-68A1-8347-88C5-5156C2C1E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4F7D44-056A-3528-9E94-3AEF48AEC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03522-149D-6AB6-A1B5-E4415154F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7B803-2E9E-4C9B-9E99-88E3CAB1E2DD}" type="datetimeFigureOut">
              <a:rPr lang="en-CA" smtClean="0"/>
              <a:t>2025-02-19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98FC3-A586-45DE-689F-C25D78C5F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F9F64-1574-4557-2424-CCCAE4AA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AA90A-60FB-4456-AB48-7E341D5B24E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3453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5213C-08AC-A2D4-54F4-EDD1ABE6A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A9545-176F-0179-64F4-EA3CBE4543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9BAE58-5F82-CA07-DBCF-96AC4F3CA2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3A6092-E4C6-4EE9-B0FA-E4E14B20D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7B803-2E9E-4C9B-9E99-88E3CAB1E2DD}" type="datetimeFigureOut">
              <a:rPr lang="en-CA" smtClean="0"/>
              <a:t>2025-02-19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89A20F-C1ED-1EBA-2365-31D683F03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0D63B4-1870-5A7D-F6ED-3C6211414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AA90A-60FB-4456-AB48-7E341D5B24E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2115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9CBAE-3CB3-0994-C5F3-E157E5092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6EBDE8-3299-488D-4011-4163B5154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C058D9-4374-D9FE-F6C8-12B6749C20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285EF1-90EC-6EE7-D53B-83B4F9E70C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815DA-D372-CFAF-DFCE-86F451A598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833B8C-217C-7F05-9FF9-758F2BEF9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7B803-2E9E-4C9B-9E99-88E3CAB1E2DD}" type="datetimeFigureOut">
              <a:rPr lang="en-CA" smtClean="0"/>
              <a:t>2025-02-19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DCB1C9-F64E-2A7C-C8D2-114EF3EB6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A3F683-F3AE-7907-3A50-5414F9E7E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AA90A-60FB-4456-AB48-7E341D5B24E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16529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B06C7-DDF4-7976-D09C-04802BB5A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EFAF70-F3EA-E0AD-CFFF-A5CD534B0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7B803-2E9E-4C9B-9E99-88E3CAB1E2DD}" type="datetimeFigureOut">
              <a:rPr lang="en-CA" smtClean="0"/>
              <a:t>2025-02-19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FE6FA1-FD0A-CF7A-DE45-D4E38406E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11C260-15F6-A698-5C63-C64C55BCD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AA90A-60FB-4456-AB48-7E341D5B24E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0668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E44BFD-2066-56F5-724F-74F3380A6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7B803-2E9E-4C9B-9E99-88E3CAB1E2DD}" type="datetimeFigureOut">
              <a:rPr lang="en-CA" smtClean="0"/>
              <a:t>2025-02-19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4CCDCC-EF2D-6FFD-697B-8B6F3B242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FB6EB-3225-7BCD-6A21-3C13D98A0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AA90A-60FB-4456-AB48-7E341D5B24E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2155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C1560-CF20-EF98-5DC2-F236D1C3E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64AE3-832C-5BD3-BBA7-B2D13E084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F82324-9A20-2B87-5881-44304523D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BE60F-CF71-29D6-A4E4-EB1FE6D49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7B803-2E9E-4C9B-9E99-88E3CAB1E2DD}" type="datetimeFigureOut">
              <a:rPr lang="en-CA" smtClean="0"/>
              <a:t>2025-02-19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8C053F-CD13-2F92-3278-73AD7F4DD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4A74C1-5326-AB48-2C00-652F0B814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AA90A-60FB-4456-AB48-7E341D5B24E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9005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61692-4D3C-18BD-F311-8C42FE4B9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1F62AC-C2D8-77E9-F3C4-19EDF71559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51B725-884F-2EA8-1008-9700ECB53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53D67-5E8D-3CB3-C055-D58BA633D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7B803-2E9E-4C9B-9E99-88E3CAB1E2DD}" type="datetimeFigureOut">
              <a:rPr lang="en-CA" smtClean="0"/>
              <a:t>2025-02-19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CA467C-AC77-F098-8F1D-CA45B6C56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8E690-5373-1783-5D31-37B2C69F2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AA90A-60FB-4456-AB48-7E341D5B24E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26750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699AB-4427-3A7A-E740-7D41C178F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87171B-45BA-F5C2-74CF-58814801FB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A40C7-0CD1-36C9-4C5B-F44D599A0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7B803-2E9E-4C9B-9E99-88E3CAB1E2DD}" type="datetimeFigureOut">
              <a:rPr lang="en-CA" smtClean="0"/>
              <a:t>2025-02-19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A0ED6-4A19-B098-09D5-91EEF2D7C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6E051-F71D-7B94-9865-AECC415DE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AA90A-60FB-4456-AB48-7E341D5B24E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66573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A701B0-A7B9-35E8-BD45-3288402163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DF2604-F1A4-3654-1558-55CF64832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1168F-A5DE-D40E-00B2-29BE763E4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7B803-2E9E-4C9B-9E99-88E3CAB1E2DD}" type="datetimeFigureOut">
              <a:rPr lang="en-CA" smtClean="0"/>
              <a:t>2025-02-19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8AE83-95A9-1910-B9A9-CB6A32286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E0FFC-9682-3989-AC63-02D8E90EB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AA90A-60FB-4456-AB48-7E341D5B24E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34103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CFA015-880F-A7AA-280B-817C75EFE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20D3F-6ABE-318F-5849-0932E31F2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EF75D-911B-2591-E861-E7A3F2C11F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97B803-2E9E-4C9B-9E99-88E3CAB1E2DD}" type="datetimeFigureOut">
              <a:rPr lang="en-CA" smtClean="0"/>
              <a:t>2025-02-19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4FAFA-724A-963B-3C9E-C6B983ADC3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CC24C-AFD9-EBF5-77B4-263099700F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AAA90A-60FB-4456-AB48-7E341D5B24E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1314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E46E383A-DB65-F202-76F8-70CD614EF9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41"/>
            <a:ext cx="12192000" cy="684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043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AC06F2EC-64DE-80E5-55F4-DBAF23906F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55"/>
            <a:ext cx="12192000" cy="6833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306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C44F28-008C-AC13-45C0-6E5152C1D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3" y="0"/>
            <a:ext cx="121667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082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video navigation&#10;&#10;AI-generated content may be incorrect.">
            <a:extLst>
              <a:ext uri="{FF2B5EF4-FFF2-40B4-BE49-F238E27FC236}">
                <a16:creationId xmlns:a16="http://schemas.microsoft.com/office/drawing/2014/main" id="{C14ABC46-AD89-500B-6A1B-418ED9C1BB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260"/>
            <a:ext cx="12192000" cy="6807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721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text on a white background&#10;&#10;AI-generated content may be incorrect.">
            <a:extLst>
              <a:ext uri="{FF2B5EF4-FFF2-40B4-BE49-F238E27FC236}">
                <a16:creationId xmlns:a16="http://schemas.microsoft.com/office/drawing/2014/main" id="{D9D31C63-7294-3BE6-CD59-576ECEDDBD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861"/>
            <a:ext cx="12192000" cy="682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778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green text box&#10;&#10;AI-generated content may be incorrect.">
            <a:extLst>
              <a:ext uri="{FF2B5EF4-FFF2-40B4-BE49-F238E27FC236}">
                <a16:creationId xmlns:a16="http://schemas.microsoft.com/office/drawing/2014/main" id="{11F1DB5D-10D5-C099-06A3-126F1887B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6" y="0"/>
            <a:ext cx="121719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787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text with black text&#10;&#10;AI-generated content may be incorrect.">
            <a:extLst>
              <a:ext uri="{FF2B5EF4-FFF2-40B4-BE49-F238E27FC236}">
                <a16:creationId xmlns:a16="http://schemas.microsoft.com/office/drawing/2014/main" id="{D5696404-7CFA-3821-B31C-D17B8B31B2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61"/>
            <a:ext cx="12192000" cy="684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395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1254FBA-0A26-0924-9313-BD23DB175B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31" y="0"/>
            <a:ext cx="121549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58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oad with a winding road&#10;&#10;AI-generated content may be incorrect.">
            <a:extLst>
              <a:ext uri="{FF2B5EF4-FFF2-40B4-BE49-F238E27FC236}">
                <a16:creationId xmlns:a16="http://schemas.microsoft.com/office/drawing/2014/main" id="{8951448C-4EC0-E84C-301D-C77B3511EB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19"/>
            <a:ext cx="12192000" cy="6844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088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88FC4E56-3187-81C0-7098-6ADDA7465B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95"/>
            <a:ext cx="12192000" cy="683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640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Aum Kiritbhai Babariya</dc:creator>
  <cp:lastModifiedBy>Aum Kiritbhai Babariya</cp:lastModifiedBy>
  <cp:revision>1</cp:revision>
  <dcterms:created xsi:type="dcterms:W3CDTF">2025-02-19T13:49:21Z</dcterms:created>
  <dcterms:modified xsi:type="dcterms:W3CDTF">2025-02-19T13:53:21Z</dcterms:modified>
</cp:coreProperties>
</file>