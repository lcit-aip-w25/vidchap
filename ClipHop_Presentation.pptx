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0" r:id="rId13"/>
    <p:sldId id="271" r:id="rId14"/>
    <p:sldId id="269" r:id="rId15"/>
    <p:sldId id="272" r:id="rId16"/>
    <p:sldId id="273" r:id="rId17"/>
    <p:sldId id="274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90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39.png"/><Relationship Id="rId7" Type="http://schemas.openxmlformats.org/officeDocument/2006/relationships/image" Target="../media/image41.png"/><Relationship Id="rId2" Type="http://schemas.openxmlformats.org/officeDocument/2006/relationships/image" Target="../media/image38.svg"/><Relationship Id="rId1" Type="http://schemas.openxmlformats.org/officeDocument/2006/relationships/image" Target="../media/image37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40.svg"/></Relationships>
</file>

<file path=ppt/diagrams/_rels/data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45.png"/><Relationship Id="rId7" Type="http://schemas.openxmlformats.org/officeDocument/2006/relationships/image" Target="../media/image31.png"/><Relationship Id="rId2" Type="http://schemas.openxmlformats.org/officeDocument/2006/relationships/image" Target="../media/image44.svg"/><Relationship Id="rId1" Type="http://schemas.openxmlformats.org/officeDocument/2006/relationships/image" Target="../media/image43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46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39.png"/><Relationship Id="rId7" Type="http://schemas.openxmlformats.org/officeDocument/2006/relationships/image" Target="../media/image41.png"/><Relationship Id="rId2" Type="http://schemas.openxmlformats.org/officeDocument/2006/relationships/image" Target="../media/image38.svg"/><Relationship Id="rId1" Type="http://schemas.openxmlformats.org/officeDocument/2006/relationships/image" Target="../media/image37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40.svg"/></Relationships>
</file>

<file path=ppt/diagrams/_rels/drawing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45.png"/><Relationship Id="rId7" Type="http://schemas.openxmlformats.org/officeDocument/2006/relationships/image" Target="../media/image31.png"/><Relationship Id="rId2" Type="http://schemas.openxmlformats.org/officeDocument/2006/relationships/image" Target="../media/image44.svg"/><Relationship Id="rId1" Type="http://schemas.openxmlformats.org/officeDocument/2006/relationships/image" Target="../media/image43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4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4EB13FA-FA17-4305-BA52-239161298F1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689E7595-F57A-4A92-8168-0DFF1CA1E0CA}">
      <dgm:prSet/>
      <dgm:spPr/>
      <dgm:t>
        <a:bodyPr/>
        <a:lstStyle/>
        <a:p>
          <a:r>
            <a:rPr lang="en-US" dirty="0"/>
            <a:t> Team Lead: </a:t>
          </a:r>
          <a:r>
            <a:rPr lang="en-US" dirty="0" err="1"/>
            <a:t>Dilpreet</a:t>
          </a:r>
          <a:r>
            <a:rPr lang="en-US" dirty="0"/>
            <a:t> Singh Hardoi</a:t>
          </a:r>
        </a:p>
      </dgm:t>
    </dgm:pt>
    <dgm:pt modelId="{094E710A-7449-4ACD-825A-281CA4BF59FF}" type="parTrans" cxnId="{5785AFA8-F06E-4427-94F8-C9B720E0A510}">
      <dgm:prSet/>
      <dgm:spPr/>
      <dgm:t>
        <a:bodyPr/>
        <a:lstStyle/>
        <a:p>
          <a:endParaRPr lang="en-US"/>
        </a:p>
      </dgm:t>
    </dgm:pt>
    <dgm:pt modelId="{313F4DE4-0164-42C1-ADED-A6E64C6AAE7E}" type="sibTrans" cxnId="{5785AFA8-F06E-4427-94F8-C9B720E0A510}">
      <dgm:prSet/>
      <dgm:spPr/>
      <dgm:t>
        <a:bodyPr/>
        <a:lstStyle/>
        <a:p>
          <a:endParaRPr lang="en-US"/>
        </a:p>
      </dgm:t>
    </dgm:pt>
    <dgm:pt modelId="{8E3B035B-D8B4-4BC3-B83C-2C7073CFC416}">
      <dgm:prSet/>
      <dgm:spPr/>
      <dgm:t>
        <a:bodyPr/>
        <a:lstStyle/>
        <a:p>
          <a:r>
            <a:rPr lang="en-IN" dirty="0"/>
            <a:t> Tech Lead: Rohit</a:t>
          </a:r>
          <a:endParaRPr lang="en-US" dirty="0"/>
        </a:p>
      </dgm:t>
    </dgm:pt>
    <dgm:pt modelId="{A51F111A-761D-477E-8D1A-3EEFFCFD4F78}" type="parTrans" cxnId="{0D7FAD7A-D5F7-47E2-9CF7-05E92B86CBF1}">
      <dgm:prSet/>
      <dgm:spPr/>
      <dgm:t>
        <a:bodyPr/>
        <a:lstStyle/>
        <a:p>
          <a:endParaRPr lang="en-US"/>
        </a:p>
      </dgm:t>
    </dgm:pt>
    <dgm:pt modelId="{24E1554E-73EE-4A7B-BD51-CBA2CC033868}" type="sibTrans" cxnId="{0D7FAD7A-D5F7-47E2-9CF7-05E92B86CBF1}">
      <dgm:prSet/>
      <dgm:spPr/>
      <dgm:t>
        <a:bodyPr/>
        <a:lstStyle/>
        <a:p>
          <a:endParaRPr lang="en-US"/>
        </a:p>
      </dgm:t>
    </dgm:pt>
    <dgm:pt modelId="{75B15E90-13DE-4E31-BAB6-53F986AF3D93}">
      <dgm:prSet/>
      <dgm:spPr/>
      <dgm:t>
        <a:bodyPr/>
        <a:lstStyle/>
        <a:p>
          <a:r>
            <a:rPr lang="en-US" dirty="0"/>
            <a:t> AI Team: Yash Mahendra</a:t>
          </a:r>
        </a:p>
      </dgm:t>
    </dgm:pt>
    <dgm:pt modelId="{BCC86257-9A38-4207-9F79-916719D54A98}" type="parTrans" cxnId="{09BC107F-F925-49F5-B9A5-0BF775C221D4}">
      <dgm:prSet/>
      <dgm:spPr/>
      <dgm:t>
        <a:bodyPr/>
        <a:lstStyle/>
        <a:p>
          <a:endParaRPr lang="en-US"/>
        </a:p>
      </dgm:t>
    </dgm:pt>
    <dgm:pt modelId="{DA012B28-0858-49EE-BAFD-77657AC10AAE}" type="sibTrans" cxnId="{09BC107F-F925-49F5-B9A5-0BF775C221D4}">
      <dgm:prSet/>
      <dgm:spPr/>
      <dgm:t>
        <a:bodyPr/>
        <a:lstStyle/>
        <a:p>
          <a:endParaRPr lang="en-US"/>
        </a:p>
      </dgm:t>
    </dgm:pt>
    <dgm:pt modelId="{3999E8C2-5285-4688-9BDB-EFBFF218F51E}">
      <dgm:prSet/>
      <dgm:spPr/>
      <dgm:t>
        <a:bodyPr/>
        <a:lstStyle/>
        <a:p>
          <a:r>
            <a:rPr lang="en-US" dirty="0"/>
            <a:t> Frontend: </a:t>
          </a:r>
          <a:r>
            <a:rPr lang="en-US" dirty="0" err="1"/>
            <a:t>Marmik</a:t>
          </a:r>
          <a:r>
            <a:rPr lang="en-US" dirty="0"/>
            <a:t> Upadhyay</a:t>
          </a:r>
        </a:p>
      </dgm:t>
    </dgm:pt>
    <dgm:pt modelId="{9FFCE04A-B693-4B69-8A92-5E8B0DDC297A}" type="parTrans" cxnId="{F8F22F65-47F4-4B2A-90AC-21FC8C7DBA04}">
      <dgm:prSet/>
      <dgm:spPr/>
      <dgm:t>
        <a:bodyPr/>
        <a:lstStyle/>
        <a:p>
          <a:endParaRPr lang="en-US"/>
        </a:p>
      </dgm:t>
    </dgm:pt>
    <dgm:pt modelId="{A2F1B7CD-043D-448D-9266-7CBFBEE11223}" type="sibTrans" cxnId="{F8F22F65-47F4-4B2A-90AC-21FC8C7DBA04}">
      <dgm:prSet/>
      <dgm:spPr/>
      <dgm:t>
        <a:bodyPr/>
        <a:lstStyle/>
        <a:p>
          <a:endParaRPr lang="en-US"/>
        </a:p>
      </dgm:t>
    </dgm:pt>
    <dgm:pt modelId="{B102EDC9-1B92-436F-9F7F-707241F1F0A1}">
      <dgm:prSet/>
      <dgm:spPr/>
      <dgm:t>
        <a:bodyPr/>
        <a:lstStyle/>
        <a:p>
          <a:r>
            <a:rPr lang="en-US" dirty="0"/>
            <a:t> Backend: Aum </a:t>
          </a:r>
          <a:r>
            <a:rPr lang="en-US" dirty="0" err="1"/>
            <a:t>Kiritbhai</a:t>
          </a:r>
          <a:r>
            <a:rPr lang="en-US" dirty="0"/>
            <a:t> </a:t>
          </a:r>
          <a:r>
            <a:rPr lang="en-US" dirty="0" err="1"/>
            <a:t>Babariya</a:t>
          </a:r>
          <a:endParaRPr lang="en-US" dirty="0"/>
        </a:p>
      </dgm:t>
    </dgm:pt>
    <dgm:pt modelId="{1EE89BC3-376A-4481-B492-7C82E53CAB99}" type="parTrans" cxnId="{B64B2200-8E72-4FDB-B8D3-A661B1104C8D}">
      <dgm:prSet/>
      <dgm:spPr/>
      <dgm:t>
        <a:bodyPr/>
        <a:lstStyle/>
        <a:p>
          <a:endParaRPr lang="en-US"/>
        </a:p>
      </dgm:t>
    </dgm:pt>
    <dgm:pt modelId="{D1B46F96-3625-4FB6-99DB-E558599551A6}" type="sibTrans" cxnId="{B64B2200-8E72-4FDB-B8D3-A661B1104C8D}">
      <dgm:prSet/>
      <dgm:spPr/>
      <dgm:t>
        <a:bodyPr/>
        <a:lstStyle/>
        <a:p>
          <a:endParaRPr lang="en-US"/>
        </a:p>
      </dgm:t>
    </dgm:pt>
    <dgm:pt modelId="{C4E28B9A-D9F8-46ED-90EE-9B4D964CD674}">
      <dgm:prSet/>
      <dgm:spPr/>
      <dgm:t>
        <a:bodyPr/>
        <a:lstStyle/>
        <a:p>
          <a:r>
            <a:rPr lang="en-US" dirty="0"/>
            <a:t> DevOps: Aman </a:t>
          </a:r>
          <a:r>
            <a:rPr lang="en-US" dirty="0" err="1"/>
            <a:t>Belwal</a:t>
          </a:r>
          <a:endParaRPr lang="en-US" dirty="0"/>
        </a:p>
      </dgm:t>
    </dgm:pt>
    <dgm:pt modelId="{A6FD6EDD-086D-47E8-8E1B-2D96864B536F}" type="parTrans" cxnId="{ABDA5460-C6DA-4F41-B0BA-7F7A0313F820}">
      <dgm:prSet/>
      <dgm:spPr/>
      <dgm:t>
        <a:bodyPr/>
        <a:lstStyle/>
        <a:p>
          <a:endParaRPr lang="en-US"/>
        </a:p>
      </dgm:t>
    </dgm:pt>
    <dgm:pt modelId="{B815C46B-3BAF-4928-A888-D002CB0FF444}" type="sibTrans" cxnId="{ABDA5460-C6DA-4F41-B0BA-7F7A0313F820}">
      <dgm:prSet/>
      <dgm:spPr/>
      <dgm:t>
        <a:bodyPr/>
        <a:lstStyle/>
        <a:p>
          <a:endParaRPr lang="en-US"/>
        </a:p>
      </dgm:t>
    </dgm:pt>
    <dgm:pt modelId="{1E3F3D62-371B-4F4F-8F05-CBC07DB7EC49}">
      <dgm:prSet/>
      <dgm:spPr/>
      <dgm:t>
        <a:bodyPr/>
        <a:lstStyle/>
        <a:p>
          <a:r>
            <a:rPr lang="en-US" dirty="0"/>
            <a:t> QA: </a:t>
          </a:r>
          <a:r>
            <a:rPr lang="en-US" dirty="0" err="1"/>
            <a:t>Yohankhan</a:t>
          </a:r>
          <a:r>
            <a:rPr lang="en-US" dirty="0"/>
            <a:t> </a:t>
          </a:r>
          <a:r>
            <a:rPr lang="en-US" dirty="0" err="1"/>
            <a:t>Habibkhan</a:t>
          </a:r>
          <a:endParaRPr lang="en-US" dirty="0"/>
        </a:p>
      </dgm:t>
    </dgm:pt>
    <dgm:pt modelId="{978F7953-B04F-4D23-B3CD-D65B9016F23F}" type="parTrans" cxnId="{030EB13D-6474-4222-BFE3-316EDC4F2140}">
      <dgm:prSet/>
      <dgm:spPr/>
      <dgm:t>
        <a:bodyPr/>
        <a:lstStyle/>
        <a:p>
          <a:endParaRPr lang="en-US"/>
        </a:p>
      </dgm:t>
    </dgm:pt>
    <dgm:pt modelId="{2566EBAC-4785-4292-BAB7-A69AAC9020D3}" type="sibTrans" cxnId="{030EB13D-6474-4222-BFE3-316EDC4F2140}">
      <dgm:prSet/>
      <dgm:spPr/>
      <dgm:t>
        <a:bodyPr/>
        <a:lstStyle/>
        <a:p>
          <a:endParaRPr lang="en-US"/>
        </a:p>
      </dgm:t>
    </dgm:pt>
    <dgm:pt modelId="{55B0A5FD-5543-40DC-B0E1-EA244B5B9E46}" type="pres">
      <dgm:prSet presAssocID="{A4EB13FA-FA17-4305-BA52-239161298F1C}" presName="root" presStyleCnt="0">
        <dgm:presLayoutVars>
          <dgm:dir/>
          <dgm:resizeHandles val="exact"/>
        </dgm:presLayoutVars>
      </dgm:prSet>
      <dgm:spPr/>
    </dgm:pt>
    <dgm:pt modelId="{414ACA87-7467-43F0-9E04-62E1DDD4A0C2}" type="pres">
      <dgm:prSet presAssocID="{689E7595-F57A-4A92-8168-0DFF1CA1E0CA}" presName="compNode" presStyleCnt="0"/>
      <dgm:spPr/>
    </dgm:pt>
    <dgm:pt modelId="{FA4BD99A-7FD3-4038-9179-0709A65F6298}" type="pres">
      <dgm:prSet presAssocID="{689E7595-F57A-4A92-8168-0DFF1CA1E0CA}" presName="bgRect" presStyleLbl="bgShp" presStyleIdx="0" presStyleCnt="7"/>
      <dgm:spPr/>
    </dgm:pt>
    <dgm:pt modelId="{3A82E931-8AAD-4DCA-BC18-2D7CA67B99FB}" type="pres">
      <dgm:prSet presAssocID="{689E7595-F57A-4A92-8168-0DFF1CA1E0CA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 of People"/>
        </a:ext>
      </dgm:extLst>
    </dgm:pt>
    <dgm:pt modelId="{FAE5C123-9928-486C-84C6-F91E9F741BA5}" type="pres">
      <dgm:prSet presAssocID="{689E7595-F57A-4A92-8168-0DFF1CA1E0CA}" presName="spaceRect" presStyleCnt="0"/>
      <dgm:spPr/>
    </dgm:pt>
    <dgm:pt modelId="{90776D98-D757-40AC-A6A0-C0017174DA6B}" type="pres">
      <dgm:prSet presAssocID="{689E7595-F57A-4A92-8168-0DFF1CA1E0CA}" presName="parTx" presStyleLbl="revTx" presStyleIdx="0" presStyleCnt="7">
        <dgm:presLayoutVars>
          <dgm:chMax val="0"/>
          <dgm:chPref val="0"/>
        </dgm:presLayoutVars>
      </dgm:prSet>
      <dgm:spPr/>
    </dgm:pt>
    <dgm:pt modelId="{44031D51-67A6-48C3-A79F-45A2A3BE8185}" type="pres">
      <dgm:prSet presAssocID="{313F4DE4-0164-42C1-ADED-A6E64C6AAE7E}" presName="sibTrans" presStyleCnt="0"/>
      <dgm:spPr/>
    </dgm:pt>
    <dgm:pt modelId="{27C4016B-3753-467B-89C7-328C9A23DE17}" type="pres">
      <dgm:prSet presAssocID="{8E3B035B-D8B4-4BC3-B83C-2C7073CFC416}" presName="compNode" presStyleCnt="0"/>
      <dgm:spPr/>
    </dgm:pt>
    <dgm:pt modelId="{1E6246FB-E3BF-4C87-B41E-2084BEBDCCA0}" type="pres">
      <dgm:prSet presAssocID="{8E3B035B-D8B4-4BC3-B83C-2C7073CFC416}" presName="bgRect" presStyleLbl="bgShp" presStyleIdx="1" presStyleCnt="7"/>
      <dgm:spPr/>
    </dgm:pt>
    <dgm:pt modelId="{D001A770-AC3E-45CF-A048-04BF9BC7D916}" type="pres">
      <dgm:prSet presAssocID="{8E3B035B-D8B4-4BC3-B83C-2C7073CFC416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pping Hands"/>
        </a:ext>
      </dgm:extLst>
    </dgm:pt>
    <dgm:pt modelId="{B1D6E757-3DA6-4F3F-AB77-20BE2B88B921}" type="pres">
      <dgm:prSet presAssocID="{8E3B035B-D8B4-4BC3-B83C-2C7073CFC416}" presName="spaceRect" presStyleCnt="0"/>
      <dgm:spPr/>
    </dgm:pt>
    <dgm:pt modelId="{9C6907FB-2DF0-4589-80DA-289D85BAFBDD}" type="pres">
      <dgm:prSet presAssocID="{8E3B035B-D8B4-4BC3-B83C-2C7073CFC416}" presName="parTx" presStyleLbl="revTx" presStyleIdx="1" presStyleCnt="7">
        <dgm:presLayoutVars>
          <dgm:chMax val="0"/>
          <dgm:chPref val="0"/>
        </dgm:presLayoutVars>
      </dgm:prSet>
      <dgm:spPr/>
    </dgm:pt>
    <dgm:pt modelId="{F441DF1A-CC2D-4BDC-BDAA-A8D5CF1BFA82}" type="pres">
      <dgm:prSet presAssocID="{24E1554E-73EE-4A7B-BD51-CBA2CC033868}" presName="sibTrans" presStyleCnt="0"/>
      <dgm:spPr/>
    </dgm:pt>
    <dgm:pt modelId="{ABC6A3D3-9B68-4D1D-A605-017315B7A749}" type="pres">
      <dgm:prSet presAssocID="{75B15E90-13DE-4E31-BAB6-53F986AF3D93}" presName="compNode" presStyleCnt="0"/>
      <dgm:spPr/>
    </dgm:pt>
    <dgm:pt modelId="{D503DC62-5476-4CCF-892C-FBAC4C42DB89}" type="pres">
      <dgm:prSet presAssocID="{75B15E90-13DE-4E31-BAB6-53F986AF3D93}" presName="bgRect" presStyleLbl="bgShp" presStyleIdx="2" presStyleCnt="7"/>
      <dgm:spPr/>
    </dgm:pt>
    <dgm:pt modelId="{BB26A078-7946-4936-875C-B905796746FF}" type="pres">
      <dgm:prSet presAssocID="{75B15E90-13DE-4E31-BAB6-53F986AF3D93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C552032A-B376-4831-9A37-5710BF5C5DC3}" type="pres">
      <dgm:prSet presAssocID="{75B15E90-13DE-4E31-BAB6-53F986AF3D93}" presName="spaceRect" presStyleCnt="0"/>
      <dgm:spPr/>
    </dgm:pt>
    <dgm:pt modelId="{820FDBAA-6499-4C4A-8123-7962E7B72C51}" type="pres">
      <dgm:prSet presAssocID="{75B15E90-13DE-4E31-BAB6-53F986AF3D93}" presName="parTx" presStyleLbl="revTx" presStyleIdx="2" presStyleCnt="7">
        <dgm:presLayoutVars>
          <dgm:chMax val="0"/>
          <dgm:chPref val="0"/>
        </dgm:presLayoutVars>
      </dgm:prSet>
      <dgm:spPr/>
    </dgm:pt>
    <dgm:pt modelId="{994195CB-8F3D-47CE-AEAA-F7BF7F3C83B5}" type="pres">
      <dgm:prSet presAssocID="{DA012B28-0858-49EE-BAFD-77657AC10AAE}" presName="sibTrans" presStyleCnt="0"/>
      <dgm:spPr/>
    </dgm:pt>
    <dgm:pt modelId="{6996DC32-ACFC-4202-B4FB-E0F25A27D0F8}" type="pres">
      <dgm:prSet presAssocID="{3999E8C2-5285-4688-9BDB-EFBFF218F51E}" presName="compNode" presStyleCnt="0"/>
      <dgm:spPr/>
    </dgm:pt>
    <dgm:pt modelId="{A5FAC0E7-EAEF-41CF-B113-2ACE8E5F1193}" type="pres">
      <dgm:prSet presAssocID="{3999E8C2-5285-4688-9BDB-EFBFF218F51E}" presName="bgRect" presStyleLbl="bgShp" presStyleIdx="3" presStyleCnt="7"/>
      <dgm:spPr/>
    </dgm:pt>
    <dgm:pt modelId="{987B608E-1540-4ABD-AA26-D3B958731A0E}" type="pres">
      <dgm:prSet presAssocID="{3999E8C2-5285-4688-9BDB-EFBFF218F51E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096C3A8F-3FA2-4DFC-B8A1-1A6C7FA9292F}" type="pres">
      <dgm:prSet presAssocID="{3999E8C2-5285-4688-9BDB-EFBFF218F51E}" presName="spaceRect" presStyleCnt="0"/>
      <dgm:spPr/>
    </dgm:pt>
    <dgm:pt modelId="{BD3F17E8-3CF0-4EC5-848C-CF0AB5D3AFC4}" type="pres">
      <dgm:prSet presAssocID="{3999E8C2-5285-4688-9BDB-EFBFF218F51E}" presName="parTx" presStyleLbl="revTx" presStyleIdx="3" presStyleCnt="7">
        <dgm:presLayoutVars>
          <dgm:chMax val="0"/>
          <dgm:chPref val="0"/>
        </dgm:presLayoutVars>
      </dgm:prSet>
      <dgm:spPr/>
    </dgm:pt>
    <dgm:pt modelId="{FDFDE9E3-54D6-4208-9F86-604219C6ECE8}" type="pres">
      <dgm:prSet presAssocID="{A2F1B7CD-043D-448D-9266-7CBFBEE11223}" presName="sibTrans" presStyleCnt="0"/>
      <dgm:spPr/>
    </dgm:pt>
    <dgm:pt modelId="{5A728320-2C2C-4D20-962B-8D13EA2E4BC0}" type="pres">
      <dgm:prSet presAssocID="{B102EDC9-1B92-436F-9F7F-707241F1F0A1}" presName="compNode" presStyleCnt="0"/>
      <dgm:spPr/>
    </dgm:pt>
    <dgm:pt modelId="{7FF9914C-EA45-468B-BCFE-8F156E9896A6}" type="pres">
      <dgm:prSet presAssocID="{B102EDC9-1B92-436F-9F7F-707241F1F0A1}" presName="bgRect" presStyleLbl="bgShp" presStyleIdx="4" presStyleCnt="7"/>
      <dgm:spPr/>
    </dgm:pt>
    <dgm:pt modelId="{B2BAC09A-ED1A-4A00-87B3-46CB442B35F9}" type="pres">
      <dgm:prSet presAssocID="{B102EDC9-1B92-436F-9F7F-707241F1F0A1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2C39EE96-4349-42BA-BFFE-037A278A993E}" type="pres">
      <dgm:prSet presAssocID="{B102EDC9-1B92-436F-9F7F-707241F1F0A1}" presName="spaceRect" presStyleCnt="0"/>
      <dgm:spPr/>
    </dgm:pt>
    <dgm:pt modelId="{23861B57-6A40-4856-B3CE-B86D763B0FC5}" type="pres">
      <dgm:prSet presAssocID="{B102EDC9-1B92-436F-9F7F-707241F1F0A1}" presName="parTx" presStyleLbl="revTx" presStyleIdx="4" presStyleCnt="7">
        <dgm:presLayoutVars>
          <dgm:chMax val="0"/>
          <dgm:chPref val="0"/>
        </dgm:presLayoutVars>
      </dgm:prSet>
      <dgm:spPr/>
    </dgm:pt>
    <dgm:pt modelId="{C65B5DCB-2828-4D25-A265-9C9EC7200BBD}" type="pres">
      <dgm:prSet presAssocID="{D1B46F96-3625-4FB6-99DB-E558599551A6}" presName="sibTrans" presStyleCnt="0"/>
      <dgm:spPr/>
    </dgm:pt>
    <dgm:pt modelId="{E5683EDF-B0EE-4E33-967B-B795C07C8FBC}" type="pres">
      <dgm:prSet presAssocID="{C4E28B9A-D9F8-46ED-90EE-9B4D964CD674}" presName="compNode" presStyleCnt="0"/>
      <dgm:spPr/>
    </dgm:pt>
    <dgm:pt modelId="{EE5CA035-A876-4BAD-BC83-365AAA549230}" type="pres">
      <dgm:prSet presAssocID="{C4E28B9A-D9F8-46ED-90EE-9B4D964CD674}" presName="bgRect" presStyleLbl="bgShp" presStyleIdx="5" presStyleCnt="7"/>
      <dgm:spPr/>
    </dgm:pt>
    <dgm:pt modelId="{B7C0E0C6-883B-4FCF-95DE-5A2FF4C8509C}" type="pres">
      <dgm:prSet presAssocID="{C4E28B9A-D9F8-46ED-90EE-9B4D964CD674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4BBBA36C-09BE-4F01-B007-DFE4168B6CE9}" type="pres">
      <dgm:prSet presAssocID="{C4E28B9A-D9F8-46ED-90EE-9B4D964CD674}" presName="spaceRect" presStyleCnt="0"/>
      <dgm:spPr/>
    </dgm:pt>
    <dgm:pt modelId="{6973EDC8-7EBB-4A41-8B88-B69D0A20B761}" type="pres">
      <dgm:prSet presAssocID="{C4E28B9A-D9F8-46ED-90EE-9B4D964CD674}" presName="parTx" presStyleLbl="revTx" presStyleIdx="5" presStyleCnt="7">
        <dgm:presLayoutVars>
          <dgm:chMax val="0"/>
          <dgm:chPref val="0"/>
        </dgm:presLayoutVars>
      </dgm:prSet>
      <dgm:spPr/>
    </dgm:pt>
    <dgm:pt modelId="{1BD5570A-3AD4-4DC1-9075-A0BC5676AA17}" type="pres">
      <dgm:prSet presAssocID="{B815C46B-3BAF-4928-A888-D002CB0FF444}" presName="sibTrans" presStyleCnt="0"/>
      <dgm:spPr/>
    </dgm:pt>
    <dgm:pt modelId="{5C95C464-290E-4106-BFEF-BF0E3BE540AC}" type="pres">
      <dgm:prSet presAssocID="{1E3F3D62-371B-4F4F-8F05-CBC07DB7EC49}" presName="compNode" presStyleCnt="0"/>
      <dgm:spPr/>
    </dgm:pt>
    <dgm:pt modelId="{C531D2AA-AA96-4266-B5E2-DF667C1083B7}" type="pres">
      <dgm:prSet presAssocID="{1E3F3D62-371B-4F4F-8F05-CBC07DB7EC49}" presName="bgRect" presStyleLbl="bgShp" presStyleIdx="6" presStyleCnt="7"/>
      <dgm:spPr/>
    </dgm:pt>
    <dgm:pt modelId="{E149AA36-42D3-4A73-8A1C-309280BD9E10}" type="pres">
      <dgm:prSet presAssocID="{1E3F3D62-371B-4F4F-8F05-CBC07DB7EC49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19B64F70-14AA-4B77-A54C-B452AFDC0901}" type="pres">
      <dgm:prSet presAssocID="{1E3F3D62-371B-4F4F-8F05-CBC07DB7EC49}" presName="spaceRect" presStyleCnt="0"/>
      <dgm:spPr/>
    </dgm:pt>
    <dgm:pt modelId="{303955F8-F033-44F9-8672-9F010283BCA4}" type="pres">
      <dgm:prSet presAssocID="{1E3F3D62-371B-4F4F-8F05-CBC07DB7EC49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B64B2200-8E72-4FDB-B8D3-A661B1104C8D}" srcId="{A4EB13FA-FA17-4305-BA52-239161298F1C}" destId="{B102EDC9-1B92-436F-9F7F-707241F1F0A1}" srcOrd="4" destOrd="0" parTransId="{1EE89BC3-376A-4481-B492-7C82E53CAB99}" sibTransId="{D1B46F96-3625-4FB6-99DB-E558599551A6}"/>
    <dgm:cxn modelId="{030EB13D-6474-4222-BFE3-316EDC4F2140}" srcId="{A4EB13FA-FA17-4305-BA52-239161298F1C}" destId="{1E3F3D62-371B-4F4F-8F05-CBC07DB7EC49}" srcOrd="6" destOrd="0" parTransId="{978F7953-B04F-4D23-B3CD-D65B9016F23F}" sibTransId="{2566EBAC-4785-4292-BAB7-A69AAC9020D3}"/>
    <dgm:cxn modelId="{ABDA5460-C6DA-4F41-B0BA-7F7A0313F820}" srcId="{A4EB13FA-FA17-4305-BA52-239161298F1C}" destId="{C4E28B9A-D9F8-46ED-90EE-9B4D964CD674}" srcOrd="5" destOrd="0" parTransId="{A6FD6EDD-086D-47E8-8E1B-2D96864B536F}" sibTransId="{B815C46B-3BAF-4928-A888-D002CB0FF444}"/>
    <dgm:cxn modelId="{F8F22F65-47F4-4B2A-90AC-21FC8C7DBA04}" srcId="{A4EB13FA-FA17-4305-BA52-239161298F1C}" destId="{3999E8C2-5285-4688-9BDB-EFBFF218F51E}" srcOrd="3" destOrd="0" parTransId="{9FFCE04A-B693-4B69-8A92-5E8B0DDC297A}" sibTransId="{A2F1B7CD-043D-448D-9266-7CBFBEE11223}"/>
    <dgm:cxn modelId="{1BACA867-C708-4726-AED6-592BF52196FA}" type="presOf" srcId="{75B15E90-13DE-4E31-BAB6-53F986AF3D93}" destId="{820FDBAA-6499-4C4A-8123-7962E7B72C51}" srcOrd="0" destOrd="0" presId="urn:microsoft.com/office/officeart/2018/2/layout/IconVerticalSolidList"/>
    <dgm:cxn modelId="{F0972D6B-BDF4-4ED8-81DE-2A33694C1B07}" type="presOf" srcId="{689E7595-F57A-4A92-8168-0DFF1CA1E0CA}" destId="{90776D98-D757-40AC-A6A0-C0017174DA6B}" srcOrd="0" destOrd="0" presId="urn:microsoft.com/office/officeart/2018/2/layout/IconVerticalSolidList"/>
    <dgm:cxn modelId="{4ECA2A4D-07B3-4001-8B77-555C17E927CE}" type="presOf" srcId="{3999E8C2-5285-4688-9BDB-EFBFF218F51E}" destId="{BD3F17E8-3CF0-4EC5-848C-CF0AB5D3AFC4}" srcOrd="0" destOrd="0" presId="urn:microsoft.com/office/officeart/2018/2/layout/IconVerticalSolidList"/>
    <dgm:cxn modelId="{F400266E-11E7-485E-8768-B6E8823B1A14}" type="presOf" srcId="{8E3B035B-D8B4-4BC3-B83C-2C7073CFC416}" destId="{9C6907FB-2DF0-4589-80DA-289D85BAFBDD}" srcOrd="0" destOrd="0" presId="urn:microsoft.com/office/officeart/2018/2/layout/IconVerticalSolidList"/>
    <dgm:cxn modelId="{FC367156-3D61-4526-8FE3-800434D8148B}" type="presOf" srcId="{C4E28B9A-D9F8-46ED-90EE-9B4D964CD674}" destId="{6973EDC8-7EBB-4A41-8B88-B69D0A20B761}" srcOrd="0" destOrd="0" presId="urn:microsoft.com/office/officeart/2018/2/layout/IconVerticalSolidList"/>
    <dgm:cxn modelId="{0D7FAD7A-D5F7-47E2-9CF7-05E92B86CBF1}" srcId="{A4EB13FA-FA17-4305-BA52-239161298F1C}" destId="{8E3B035B-D8B4-4BC3-B83C-2C7073CFC416}" srcOrd="1" destOrd="0" parTransId="{A51F111A-761D-477E-8D1A-3EEFFCFD4F78}" sibTransId="{24E1554E-73EE-4A7B-BD51-CBA2CC033868}"/>
    <dgm:cxn modelId="{09BC107F-F925-49F5-B9A5-0BF775C221D4}" srcId="{A4EB13FA-FA17-4305-BA52-239161298F1C}" destId="{75B15E90-13DE-4E31-BAB6-53F986AF3D93}" srcOrd="2" destOrd="0" parTransId="{BCC86257-9A38-4207-9F79-916719D54A98}" sibTransId="{DA012B28-0858-49EE-BAFD-77657AC10AAE}"/>
    <dgm:cxn modelId="{35A358A5-25B9-450A-A85E-20123D260CA2}" type="presOf" srcId="{1E3F3D62-371B-4F4F-8F05-CBC07DB7EC49}" destId="{303955F8-F033-44F9-8672-9F010283BCA4}" srcOrd="0" destOrd="0" presId="urn:microsoft.com/office/officeart/2018/2/layout/IconVerticalSolidList"/>
    <dgm:cxn modelId="{5785AFA8-F06E-4427-94F8-C9B720E0A510}" srcId="{A4EB13FA-FA17-4305-BA52-239161298F1C}" destId="{689E7595-F57A-4A92-8168-0DFF1CA1E0CA}" srcOrd="0" destOrd="0" parTransId="{094E710A-7449-4ACD-825A-281CA4BF59FF}" sibTransId="{313F4DE4-0164-42C1-ADED-A6E64C6AAE7E}"/>
    <dgm:cxn modelId="{D595D1AC-036A-4162-932B-1C4F6A7E540F}" type="presOf" srcId="{A4EB13FA-FA17-4305-BA52-239161298F1C}" destId="{55B0A5FD-5543-40DC-B0E1-EA244B5B9E46}" srcOrd="0" destOrd="0" presId="urn:microsoft.com/office/officeart/2018/2/layout/IconVerticalSolidList"/>
    <dgm:cxn modelId="{43181FC1-52A3-4466-A90F-684E2EDC2768}" type="presOf" srcId="{B102EDC9-1B92-436F-9F7F-707241F1F0A1}" destId="{23861B57-6A40-4856-B3CE-B86D763B0FC5}" srcOrd="0" destOrd="0" presId="urn:microsoft.com/office/officeart/2018/2/layout/IconVerticalSolidList"/>
    <dgm:cxn modelId="{D70DEE6C-D922-49E0-902F-DEDD4EDC3A71}" type="presParOf" srcId="{55B0A5FD-5543-40DC-B0E1-EA244B5B9E46}" destId="{414ACA87-7467-43F0-9E04-62E1DDD4A0C2}" srcOrd="0" destOrd="0" presId="urn:microsoft.com/office/officeart/2018/2/layout/IconVerticalSolidList"/>
    <dgm:cxn modelId="{9CE9D8A3-8320-4EA2-8ACA-16DE207571EF}" type="presParOf" srcId="{414ACA87-7467-43F0-9E04-62E1DDD4A0C2}" destId="{FA4BD99A-7FD3-4038-9179-0709A65F6298}" srcOrd="0" destOrd="0" presId="urn:microsoft.com/office/officeart/2018/2/layout/IconVerticalSolidList"/>
    <dgm:cxn modelId="{991C3B48-014D-4CDD-97F2-C5E46AB97BC1}" type="presParOf" srcId="{414ACA87-7467-43F0-9E04-62E1DDD4A0C2}" destId="{3A82E931-8AAD-4DCA-BC18-2D7CA67B99FB}" srcOrd="1" destOrd="0" presId="urn:microsoft.com/office/officeart/2018/2/layout/IconVerticalSolidList"/>
    <dgm:cxn modelId="{C02DAC30-331D-4703-9A47-E506B586A3F9}" type="presParOf" srcId="{414ACA87-7467-43F0-9E04-62E1DDD4A0C2}" destId="{FAE5C123-9928-486C-84C6-F91E9F741BA5}" srcOrd="2" destOrd="0" presId="urn:microsoft.com/office/officeart/2018/2/layout/IconVerticalSolidList"/>
    <dgm:cxn modelId="{0D0DED5D-CF3C-40F9-8860-2263B3CFFA98}" type="presParOf" srcId="{414ACA87-7467-43F0-9E04-62E1DDD4A0C2}" destId="{90776D98-D757-40AC-A6A0-C0017174DA6B}" srcOrd="3" destOrd="0" presId="urn:microsoft.com/office/officeart/2018/2/layout/IconVerticalSolidList"/>
    <dgm:cxn modelId="{B11AAD5C-A8F3-4ECC-9543-45B822F1D398}" type="presParOf" srcId="{55B0A5FD-5543-40DC-B0E1-EA244B5B9E46}" destId="{44031D51-67A6-48C3-A79F-45A2A3BE8185}" srcOrd="1" destOrd="0" presId="urn:microsoft.com/office/officeart/2018/2/layout/IconVerticalSolidList"/>
    <dgm:cxn modelId="{56756C1D-C1BF-4026-BD6E-AF5DE4EA98FA}" type="presParOf" srcId="{55B0A5FD-5543-40DC-B0E1-EA244B5B9E46}" destId="{27C4016B-3753-467B-89C7-328C9A23DE17}" srcOrd="2" destOrd="0" presId="urn:microsoft.com/office/officeart/2018/2/layout/IconVerticalSolidList"/>
    <dgm:cxn modelId="{10AB85CC-1A4A-4238-A36A-A4F6321258FE}" type="presParOf" srcId="{27C4016B-3753-467B-89C7-328C9A23DE17}" destId="{1E6246FB-E3BF-4C87-B41E-2084BEBDCCA0}" srcOrd="0" destOrd="0" presId="urn:microsoft.com/office/officeart/2018/2/layout/IconVerticalSolidList"/>
    <dgm:cxn modelId="{3763363B-5EC3-4A9C-9A9D-122F589B3B30}" type="presParOf" srcId="{27C4016B-3753-467B-89C7-328C9A23DE17}" destId="{D001A770-AC3E-45CF-A048-04BF9BC7D916}" srcOrd="1" destOrd="0" presId="urn:microsoft.com/office/officeart/2018/2/layout/IconVerticalSolidList"/>
    <dgm:cxn modelId="{F954B9BA-2F10-40AA-B874-E58F25113C69}" type="presParOf" srcId="{27C4016B-3753-467B-89C7-328C9A23DE17}" destId="{B1D6E757-3DA6-4F3F-AB77-20BE2B88B921}" srcOrd="2" destOrd="0" presId="urn:microsoft.com/office/officeart/2018/2/layout/IconVerticalSolidList"/>
    <dgm:cxn modelId="{1137AA0E-6A74-42ED-8007-42BC815C9C05}" type="presParOf" srcId="{27C4016B-3753-467B-89C7-328C9A23DE17}" destId="{9C6907FB-2DF0-4589-80DA-289D85BAFBDD}" srcOrd="3" destOrd="0" presId="urn:microsoft.com/office/officeart/2018/2/layout/IconVerticalSolidList"/>
    <dgm:cxn modelId="{9063F72D-CB53-4F0B-8D71-E34565867FC2}" type="presParOf" srcId="{55B0A5FD-5543-40DC-B0E1-EA244B5B9E46}" destId="{F441DF1A-CC2D-4BDC-BDAA-A8D5CF1BFA82}" srcOrd="3" destOrd="0" presId="urn:microsoft.com/office/officeart/2018/2/layout/IconVerticalSolidList"/>
    <dgm:cxn modelId="{F85EA4D3-0DCA-44CA-9208-402E8B4753CE}" type="presParOf" srcId="{55B0A5FD-5543-40DC-B0E1-EA244B5B9E46}" destId="{ABC6A3D3-9B68-4D1D-A605-017315B7A749}" srcOrd="4" destOrd="0" presId="urn:microsoft.com/office/officeart/2018/2/layout/IconVerticalSolidList"/>
    <dgm:cxn modelId="{759E66A0-265E-4ABB-B9A7-7EF3E4C9748A}" type="presParOf" srcId="{ABC6A3D3-9B68-4D1D-A605-017315B7A749}" destId="{D503DC62-5476-4CCF-892C-FBAC4C42DB89}" srcOrd="0" destOrd="0" presId="urn:microsoft.com/office/officeart/2018/2/layout/IconVerticalSolidList"/>
    <dgm:cxn modelId="{E1AF553F-5633-44F2-A6E1-67F13A150B77}" type="presParOf" srcId="{ABC6A3D3-9B68-4D1D-A605-017315B7A749}" destId="{BB26A078-7946-4936-875C-B905796746FF}" srcOrd="1" destOrd="0" presId="urn:microsoft.com/office/officeart/2018/2/layout/IconVerticalSolidList"/>
    <dgm:cxn modelId="{A69AC1CC-1D3E-46DD-822C-528F3DBB4A02}" type="presParOf" srcId="{ABC6A3D3-9B68-4D1D-A605-017315B7A749}" destId="{C552032A-B376-4831-9A37-5710BF5C5DC3}" srcOrd="2" destOrd="0" presId="urn:microsoft.com/office/officeart/2018/2/layout/IconVerticalSolidList"/>
    <dgm:cxn modelId="{00B6E3B0-C7E6-49BD-83B4-87782F7B7A64}" type="presParOf" srcId="{ABC6A3D3-9B68-4D1D-A605-017315B7A749}" destId="{820FDBAA-6499-4C4A-8123-7962E7B72C51}" srcOrd="3" destOrd="0" presId="urn:microsoft.com/office/officeart/2018/2/layout/IconVerticalSolidList"/>
    <dgm:cxn modelId="{663E9B4B-0F5E-4B8D-B1A2-0A87B46399BF}" type="presParOf" srcId="{55B0A5FD-5543-40DC-B0E1-EA244B5B9E46}" destId="{994195CB-8F3D-47CE-AEAA-F7BF7F3C83B5}" srcOrd="5" destOrd="0" presId="urn:microsoft.com/office/officeart/2018/2/layout/IconVerticalSolidList"/>
    <dgm:cxn modelId="{906BED63-E96F-4B68-BBB2-97DB3E90B87E}" type="presParOf" srcId="{55B0A5FD-5543-40DC-B0E1-EA244B5B9E46}" destId="{6996DC32-ACFC-4202-B4FB-E0F25A27D0F8}" srcOrd="6" destOrd="0" presId="urn:microsoft.com/office/officeart/2018/2/layout/IconVerticalSolidList"/>
    <dgm:cxn modelId="{241C4180-AA86-4EDC-90B3-6D805CE9E8C6}" type="presParOf" srcId="{6996DC32-ACFC-4202-B4FB-E0F25A27D0F8}" destId="{A5FAC0E7-EAEF-41CF-B113-2ACE8E5F1193}" srcOrd="0" destOrd="0" presId="urn:microsoft.com/office/officeart/2018/2/layout/IconVerticalSolidList"/>
    <dgm:cxn modelId="{4782569E-62F5-4886-9EC9-99A9DE119833}" type="presParOf" srcId="{6996DC32-ACFC-4202-B4FB-E0F25A27D0F8}" destId="{987B608E-1540-4ABD-AA26-D3B958731A0E}" srcOrd="1" destOrd="0" presId="urn:microsoft.com/office/officeart/2018/2/layout/IconVerticalSolidList"/>
    <dgm:cxn modelId="{D39A2402-E3FB-4DBC-B032-DF513B85C3FA}" type="presParOf" srcId="{6996DC32-ACFC-4202-B4FB-E0F25A27D0F8}" destId="{096C3A8F-3FA2-4DFC-B8A1-1A6C7FA9292F}" srcOrd="2" destOrd="0" presId="urn:microsoft.com/office/officeart/2018/2/layout/IconVerticalSolidList"/>
    <dgm:cxn modelId="{7073765F-4AC5-47AA-B6B6-CF3BC8155858}" type="presParOf" srcId="{6996DC32-ACFC-4202-B4FB-E0F25A27D0F8}" destId="{BD3F17E8-3CF0-4EC5-848C-CF0AB5D3AFC4}" srcOrd="3" destOrd="0" presId="urn:microsoft.com/office/officeart/2018/2/layout/IconVerticalSolidList"/>
    <dgm:cxn modelId="{E93B85FA-B037-4076-A216-2808991FF6E5}" type="presParOf" srcId="{55B0A5FD-5543-40DC-B0E1-EA244B5B9E46}" destId="{FDFDE9E3-54D6-4208-9F86-604219C6ECE8}" srcOrd="7" destOrd="0" presId="urn:microsoft.com/office/officeart/2018/2/layout/IconVerticalSolidList"/>
    <dgm:cxn modelId="{AB34EC4A-E438-457B-AB09-30D664275FE7}" type="presParOf" srcId="{55B0A5FD-5543-40DC-B0E1-EA244B5B9E46}" destId="{5A728320-2C2C-4D20-962B-8D13EA2E4BC0}" srcOrd="8" destOrd="0" presId="urn:microsoft.com/office/officeart/2018/2/layout/IconVerticalSolidList"/>
    <dgm:cxn modelId="{0E9FAD2D-E9D7-4491-B056-D9EFB36AB531}" type="presParOf" srcId="{5A728320-2C2C-4D20-962B-8D13EA2E4BC0}" destId="{7FF9914C-EA45-468B-BCFE-8F156E9896A6}" srcOrd="0" destOrd="0" presId="urn:microsoft.com/office/officeart/2018/2/layout/IconVerticalSolidList"/>
    <dgm:cxn modelId="{250F9917-6EC9-419A-B03F-DF8F2351F0C4}" type="presParOf" srcId="{5A728320-2C2C-4D20-962B-8D13EA2E4BC0}" destId="{B2BAC09A-ED1A-4A00-87B3-46CB442B35F9}" srcOrd="1" destOrd="0" presId="urn:microsoft.com/office/officeart/2018/2/layout/IconVerticalSolidList"/>
    <dgm:cxn modelId="{CFFD1304-BE6B-4181-B884-BD1683273819}" type="presParOf" srcId="{5A728320-2C2C-4D20-962B-8D13EA2E4BC0}" destId="{2C39EE96-4349-42BA-BFFE-037A278A993E}" srcOrd="2" destOrd="0" presId="urn:microsoft.com/office/officeart/2018/2/layout/IconVerticalSolidList"/>
    <dgm:cxn modelId="{51AA22E5-8084-446D-9F4E-B8DA73C1D979}" type="presParOf" srcId="{5A728320-2C2C-4D20-962B-8D13EA2E4BC0}" destId="{23861B57-6A40-4856-B3CE-B86D763B0FC5}" srcOrd="3" destOrd="0" presId="urn:microsoft.com/office/officeart/2018/2/layout/IconVerticalSolidList"/>
    <dgm:cxn modelId="{7FC4A31B-A021-4D4C-8183-73B1A41E8859}" type="presParOf" srcId="{55B0A5FD-5543-40DC-B0E1-EA244B5B9E46}" destId="{C65B5DCB-2828-4D25-A265-9C9EC7200BBD}" srcOrd="9" destOrd="0" presId="urn:microsoft.com/office/officeart/2018/2/layout/IconVerticalSolidList"/>
    <dgm:cxn modelId="{89045C2E-C8F9-4ED6-8E85-4AB2799AE5E7}" type="presParOf" srcId="{55B0A5FD-5543-40DC-B0E1-EA244B5B9E46}" destId="{E5683EDF-B0EE-4E33-967B-B795C07C8FBC}" srcOrd="10" destOrd="0" presId="urn:microsoft.com/office/officeart/2018/2/layout/IconVerticalSolidList"/>
    <dgm:cxn modelId="{6280914A-8609-433B-85F1-5AEFB1DFC7C1}" type="presParOf" srcId="{E5683EDF-B0EE-4E33-967B-B795C07C8FBC}" destId="{EE5CA035-A876-4BAD-BC83-365AAA549230}" srcOrd="0" destOrd="0" presId="urn:microsoft.com/office/officeart/2018/2/layout/IconVerticalSolidList"/>
    <dgm:cxn modelId="{FD9D506F-4C55-432F-806A-928622AAF96D}" type="presParOf" srcId="{E5683EDF-B0EE-4E33-967B-B795C07C8FBC}" destId="{B7C0E0C6-883B-4FCF-95DE-5A2FF4C8509C}" srcOrd="1" destOrd="0" presId="urn:microsoft.com/office/officeart/2018/2/layout/IconVerticalSolidList"/>
    <dgm:cxn modelId="{A928CAA2-6379-4651-9D42-F502FD80E221}" type="presParOf" srcId="{E5683EDF-B0EE-4E33-967B-B795C07C8FBC}" destId="{4BBBA36C-09BE-4F01-B007-DFE4168B6CE9}" srcOrd="2" destOrd="0" presId="urn:microsoft.com/office/officeart/2018/2/layout/IconVerticalSolidList"/>
    <dgm:cxn modelId="{01594585-E53F-4C74-9995-71764C160FBA}" type="presParOf" srcId="{E5683EDF-B0EE-4E33-967B-B795C07C8FBC}" destId="{6973EDC8-7EBB-4A41-8B88-B69D0A20B761}" srcOrd="3" destOrd="0" presId="urn:microsoft.com/office/officeart/2018/2/layout/IconVerticalSolidList"/>
    <dgm:cxn modelId="{8BDE151E-7DA3-47A3-8579-1D4355F0FC75}" type="presParOf" srcId="{55B0A5FD-5543-40DC-B0E1-EA244B5B9E46}" destId="{1BD5570A-3AD4-4DC1-9075-A0BC5676AA17}" srcOrd="11" destOrd="0" presId="urn:microsoft.com/office/officeart/2018/2/layout/IconVerticalSolidList"/>
    <dgm:cxn modelId="{9693F595-CB01-47C0-9178-4739B25A04DA}" type="presParOf" srcId="{55B0A5FD-5543-40DC-B0E1-EA244B5B9E46}" destId="{5C95C464-290E-4106-BFEF-BF0E3BE540AC}" srcOrd="12" destOrd="0" presId="urn:microsoft.com/office/officeart/2018/2/layout/IconVerticalSolidList"/>
    <dgm:cxn modelId="{14DD4A31-B1BE-47D9-8AA4-390A4DC2C61F}" type="presParOf" srcId="{5C95C464-290E-4106-BFEF-BF0E3BE540AC}" destId="{C531D2AA-AA96-4266-B5E2-DF667C1083B7}" srcOrd="0" destOrd="0" presId="urn:microsoft.com/office/officeart/2018/2/layout/IconVerticalSolidList"/>
    <dgm:cxn modelId="{36AEDB5C-E758-4275-96CD-80385D7DB86A}" type="presParOf" srcId="{5C95C464-290E-4106-BFEF-BF0E3BE540AC}" destId="{E149AA36-42D3-4A73-8A1C-309280BD9E10}" srcOrd="1" destOrd="0" presId="urn:microsoft.com/office/officeart/2018/2/layout/IconVerticalSolidList"/>
    <dgm:cxn modelId="{BF11B34F-3EF4-4F9E-BC74-035E36B784B9}" type="presParOf" srcId="{5C95C464-290E-4106-BFEF-BF0E3BE540AC}" destId="{19B64F70-14AA-4B77-A54C-B452AFDC0901}" srcOrd="2" destOrd="0" presId="urn:microsoft.com/office/officeart/2018/2/layout/IconVerticalSolidList"/>
    <dgm:cxn modelId="{9DC0BF0C-E1C1-49F2-87FE-D453653EA73D}" type="presParOf" srcId="{5C95C464-290E-4106-BFEF-BF0E3BE540AC}" destId="{303955F8-F033-44F9-8672-9F010283BCA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24511DA-E97F-44B0-90AA-5EB519F3AE8E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18D2FF3-E1F8-427C-8B8E-BF2D69D95A00}">
      <dgm:prSet/>
      <dgm:spPr/>
      <dgm:t>
        <a:bodyPr/>
        <a:lstStyle/>
        <a:p>
          <a:r>
            <a:rPr lang="en-US" dirty="0"/>
            <a:t> Watching long videos to find key information is inefficient.</a:t>
          </a:r>
        </a:p>
      </dgm:t>
    </dgm:pt>
    <dgm:pt modelId="{2BC6BE4C-DFA3-4B95-9712-C651A27385AB}" type="parTrans" cxnId="{F0D262F6-B7F8-405C-9D2E-E1D28347D2C1}">
      <dgm:prSet/>
      <dgm:spPr/>
      <dgm:t>
        <a:bodyPr/>
        <a:lstStyle/>
        <a:p>
          <a:endParaRPr lang="en-US"/>
        </a:p>
      </dgm:t>
    </dgm:pt>
    <dgm:pt modelId="{ADBFF1B0-9441-4278-972B-32D391DA862F}" type="sibTrans" cxnId="{F0D262F6-B7F8-405C-9D2E-E1D28347D2C1}">
      <dgm:prSet/>
      <dgm:spPr/>
      <dgm:t>
        <a:bodyPr/>
        <a:lstStyle/>
        <a:p>
          <a:endParaRPr lang="en-US"/>
        </a:p>
      </dgm:t>
    </dgm:pt>
    <dgm:pt modelId="{984DADD9-36BD-4FB7-A1F7-2296D6B3C202}">
      <dgm:prSet/>
      <dgm:spPr/>
      <dgm:t>
        <a:bodyPr/>
        <a:lstStyle/>
        <a:p>
          <a:r>
            <a:rPr lang="en-US" dirty="0"/>
            <a:t> Manual chaptering is time consuming and inconsistent.</a:t>
          </a:r>
        </a:p>
      </dgm:t>
    </dgm:pt>
    <dgm:pt modelId="{AD1CFCFF-6166-4954-A414-2B25F51681DF}" type="parTrans" cxnId="{8AB26DA9-39AE-495C-B810-7D9C9B70CAE9}">
      <dgm:prSet/>
      <dgm:spPr/>
      <dgm:t>
        <a:bodyPr/>
        <a:lstStyle/>
        <a:p>
          <a:endParaRPr lang="en-US"/>
        </a:p>
      </dgm:t>
    </dgm:pt>
    <dgm:pt modelId="{4046ECBC-40DE-47CE-8BB9-BE3F77475975}" type="sibTrans" cxnId="{8AB26DA9-39AE-495C-B810-7D9C9B70CAE9}">
      <dgm:prSet/>
      <dgm:spPr/>
      <dgm:t>
        <a:bodyPr/>
        <a:lstStyle/>
        <a:p>
          <a:endParaRPr lang="en-US"/>
        </a:p>
      </dgm:t>
    </dgm:pt>
    <dgm:pt modelId="{7717F1D5-FA1D-481D-9ECF-C801C2BCB416}">
      <dgm:prSet/>
      <dgm:spPr/>
      <dgm:t>
        <a:bodyPr/>
        <a:lstStyle/>
        <a:p>
          <a:r>
            <a:rPr lang="en-US" dirty="0"/>
            <a:t> Existing tools lack precision or require manual input.</a:t>
          </a:r>
        </a:p>
      </dgm:t>
    </dgm:pt>
    <dgm:pt modelId="{3249DBD2-94A1-4156-B53A-9FD091ECE863}" type="parTrans" cxnId="{5B81AAE0-6B86-4D44-92D0-B7939EDEAB83}">
      <dgm:prSet/>
      <dgm:spPr/>
      <dgm:t>
        <a:bodyPr/>
        <a:lstStyle/>
        <a:p>
          <a:endParaRPr lang="en-US"/>
        </a:p>
      </dgm:t>
    </dgm:pt>
    <dgm:pt modelId="{B11633F1-D796-4516-BCA0-324F61B6D578}" type="sibTrans" cxnId="{5B81AAE0-6B86-4D44-92D0-B7939EDEAB83}">
      <dgm:prSet/>
      <dgm:spPr/>
      <dgm:t>
        <a:bodyPr/>
        <a:lstStyle/>
        <a:p>
          <a:endParaRPr lang="en-US"/>
        </a:p>
      </dgm:t>
    </dgm:pt>
    <dgm:pt modelId="{AEB8093A-B34F-4776-A6BF-1B92B64811F8}">
      <dgm:prSet/>
      <dgm:spPr/>
      <dgm:t>
        <a:bodyPr/>
        <a:lstStyle/>
        <a:p>
          <a:r>
            <a:rPr lang="en-US" dirty="0"/>
            <a:t> Need for an automated solution for efficient video navigation.</a:t>
          </a:r>
        </a:p>
      </dgm:t>
    </dgm:pt>
    <dgm:pt modelId="{B5967AB6-A642-4076-AF4F-2792F38807FF}" type="parTrans" cxnId="{4F5AE394-6D71-4FD7-9BC0-ED2B4841D0D3}">
      <dgm:prSet/>
      <dgm:spPr/>
      <dgm:t>
        <a:bodyPr/>
        <a:lstStyle/>
        <a:p>
          <a:endParaRPr lang="en-US"/>
        </a:p>
      </dgm:t>
    </dgm:pt>
    <dgm:pt modelId="{789E3F34-F2F4-424F-8017-8419D7FE520F}" type="sibTrans" cxnId="{4F5AE394-6D71-4FD7-9BC0-ED2B4841D0D3}">
      <dgm:prSet/>
      <dgm:spPr/>
      <dgm:t>
        <a:bodyPr/>
        <a:lstStyle/>
        <a:p>
          <a:endParaRPr lang="en-US"/>
        </a:p>
      </dgm:t>
    </dgm:pt>
    <dgm:pt modelId="{0FC6C556-AA85-4A40-8D18-86FD6BACAB85}" type="pres">
      <dgm:prSet presAssocID="{F24511DA-E97F-44B0-90AA-5EB519F3AE8E}" presName="linear" presStyleCnt="0">
        <dgm:presLayoutVars>
          <dgm:animLvl val="lvl"/>
          <dgm:resizeHandles val="exact"/>
        </dgm:presLayoutVars>
      </dgm:prSet>
      <dgm:spPr/>
    </dgm:pt>
    <dgm:pt modelId="{38391BDA-AD24-4474-B553-74E058B2A1A4}" type="pres">
      <dgm:prSet presAssocID="{018D2FF3-E1F8-427C-8B8E-BF2D69D95A0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32257A0-C5A8-4C57-89AB-03AE4E2E6536}" type="pres">
      <dgm:prSet presAssocID="{ADBFF1B0-9441-4278-972B-32D391DA862F}" presName="spacer" presStyleCnt="0"/>
      <dgm:spPr/>
    </dgm:pt>
    <dgm:pt modelId="{07AFD6C3-16C2-4893-A8B7-3961AF3475C7}" type="pres">
      <dgm:prSet presAssocID="{984DADD9-36BD-4FB7-A1F7-2296D6B3C20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5C12CCB-614E-4E9A-86BB-7CE0EE7BEDAA}" type="pres">
      <dgm:prSet presAssocID="{4046ECBC-40DE-47CE-8BB9-BE3F77475975}" presName="spacer" presStyleCnt="0"/>
      <dgm:spPr/>
    </dgm:pt>
    <dgm:pt modelId="{708FBEBB-D34F-45C4-878A-8F16E57F1173}" type="pres">
      <dgm:prSet presAssocID="{7717F1D5-FA1D-481D-9ECF-C801C2BCB41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1E29F6E-1143-4AEC-89C5-99E9697CCF29}" type="pres">
      <dgm:prSet presAssocID="{B11633F1-D796-4516-BCA0-324F61B6D578}" presName="spacer" presStyleCnt="0"/>
      <dgm:spPr/>
    </dgm:pt>
    <dgm:pt modelId="{29B9D4ED-F93B-4CEF-A320-2CB7EA03D6A7}" type="pres">
      <dgm:prSet presAssocID="{AEB8093A-B34F-4776-A6BF-1B92B64811F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9D9D206-36D9-43AF-9B57-9CEE784CE38A}" type="presOf" srcId="{7717F1D5-FA1D-481D-9ECF-C801C2BCB416}" destId="{708FBEBB-D34F-45C4-878A-8F16E57F1173}" srcOrd="0" destOrd="0" presId="urn:microsoft.com/office/officeart/2005/8/layout/vList2"/>
    <dgm:cxn modelId="{99BA8B24-4B29-430A-8B48-F0C43D8DAC26}" type="presOf" srcId="{F24511DA-E97F-44B0-90AA-5EB519F3AE8E}" destId="{0FC6C556-AA85-4A40-8D18-86FD6BACAB85}" srcOrd="0" destOrd="0" presId="urn:microsoft.com/office/officeart/2005/8/layout/vList2"/>
    <dgm:cxn modelId="{BC1D7B5D-91EA-4CBE-95AF-CC7405EF8370}" type="presOf" srcId="{018D2FF3-E1F8-427C-8B8E-BF2D69D95A00}" destId="{38391BDA-AD24-4474-B553-74E058B2A1A4}" srcOrd="0" destOrd="0" presId="urn:microsoft.com/office/officeart/2005/8/layout/vList2"/>
    <dgm:cxn modelId="{CE6ACE68-6041-47A6-B077-024927727212}" type="presOf" srcId="{984DADD9-36BD-4FB7-A1F7-2296D6B3C202}" destId="{07AFD6C3-16C2-4893-A8B7-3961AF3475C7}" srcOrd="0" destOrd="0" presId="urn:microsoft.com/office/officeart/2005/8/layout/vList2"/>
    <dgm:cxn modelId="{147CE084-3710-4B9A-BE73-12EE54060F5B}" type="presOf" srcId="{AEB8093A-B34F-4776-A6BF-1B92B64811F8}" destId="{29B9D4ED-F93B-4CEF-A320-2CB7EA03D6A7}" srcOrd="0" destOrd="0" presId="urn:microsoft.com/office/officeart/2005/8/layout/vList2"/>
    <dgm:cxn modelId="{4F5AE394-6D71-4FD7-9BC0-ED2B4841D0D3}" srcId="{F24511DA-E97F-44B0-90AA-5EB519F3AE8E}" destId="{AEB8093A-B34F-4776-A6BF-1B92B64811F8}" srcOrd="3" destOrd="0" parTransId="{B5967AB6-A642-4076-AF4F-2792F38807FF}" sibTransId="{789E3F34-F2F4-424F-8017-8419D7FE520F}"/>
    <dgm:cxn modelId="{8AB26DA9-39AE-495C-B810-7D9C9B70CAE9}" srcId="{F24511DA-E97F-44B0-90AA-5EB519F3AE8E}" destId="{984DADD9-36BD-4FB7-A1F7-2296D6B3C202}" srcOrd="1" destOrd="0" parTransId="{AD1CFCFF-6166-4954-A414-2B25F51681DF}" sibTransId="{4046ECBC-40DE-47CE-8BB9-BE3F77475975}"/>
    <dgm:cxn modelId="{5B81AAE0-6B86-4D44-92D0-B7939EDEAB83}" srcId="{F24511DA-E97F-44B0-90AA-5EB519F3AE8E}" destId="{7717F1D5-FA1D-481D-9ECF-C801C2BCB416}" srcOrd="2" destOrd="0" parTransId="{3249DBD2-94A1-4156-B53A-9FD091ECE863}" sibTransId="{B11633F1-D796-4516-BCA0-324F61B6D578}"/>
    <dgm:cxn modelId="{F0D262F6-B7F8-405C-9D2E-E1D28347D2C1}" srcId="{F24511DA-E97F-44B0-90AA-5EB519F3AE8E}" destId="{018D2FF3-E1F8-427C-8B8E-BF2D69D95A00}" srcOrd="0" destOrd="0" parTransId="{2BC6BE4C-DFA3-4B95-9712-C651A27385AB}" sibTransId="{ADBFF1B0-9441-4278-972B-32D391DA862F}"/>
    <dgm:cxn modelId="{BACBD54D-A010-4118-9C7B-5DA1E353C87F}" type="presParOf" srcId="{0FC6C556-AA85-4A40-8D18-86FD6BACAB85}" destId="{38391BDA-AD24-4474-B553-74E058B2A1A4}" srcOrd="0" destOrd="0" presId="urn:microsoft.com/office/officeart/2005/8/layout/vList2"/>
    <dgm:cxn modelId="{8B5CB80C-0178-4191-9FAB-9721D256EBD3}" type="presParOf" srcId="{0FC6C556-AA85-4A40-8D18-86FD6BACAB85}" destId="{A32257A0-C5A8-4C57-89AB-03AE4E2E6536}" srcOrd="1" destOrd="0" presId="urn:microsoft.com/office/officeart/2005/8/layout/vList2"/>
    <dgm:cxn modelId="{B59AA64C-1C79-4D96-828A-67B1DE85D2B2}" type="presParOf" srcId="{0FC6C556-AA85-4A40-8D18-86FD6BACAB85}" destId="{07AFD6C3-16C2-4893-A8B7-3961AF3475C7}" srcOrd="2" destOrd="0" presId="urn:microsoft.com/office/officeart/2005/8/layout/vList2"/>
    <dgm:cxn modelId="{05C591FA-C7E2-40AB-9585-F54D5CDAF3C0}" type="presParOf" srcId="{0FC6C556-AA85-4A40-8D18-86FD6BACAB85}" destId="{F5C12CCB-614E-4E9A-86BB-7CE0EE7BEDAA}" srcOrd="3" destOrd="0" presId="urn:microsoft.com/office/officeart/2005/8/layout/vList2"/>
    <dgm:cxn modelId="{2DF48835-B8C7-42AD-84FB-697118C63407}" type="presParOf" srcId="{0FC6C556-AA85-4A40-8D18-86FD6BACAB85}" destId="{708FBEBB-D34F-45C4-878A-8F16E57F1173}" srcOrd="4" destOrd="0" presId="urn:microsoft.com/office/officeart/2005/8/layout/vList2"/>
    <dgm:cxn modelId="{EA1B84F8-15B5-438D-A0E7-D79BAB50A472}" type="presParOf" srcId="{0FC6C556-AA85-4A40-8D18-86FD6BACAB85}" destId="{91E29F6E-1143-4AEC-89C5-99E9697CCF29}" srcOrd="5" destOrd="0" presId="urn:microsoft.com/office/officeart/2005/8/layout/vList2"/>
    <dgm:cxn modelId="{E26B65E7-AE79-43DC-9CB7-3972584CF885}" type="presParOf" srcId="{0FC6C556-AA85-4A40-8D18-86FD6BACAB85}" destId="{29B9D4ED-F93B-4CEF-A320-2CB7EA03D6A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15E03BF-291A-43AE-8F54-B01BC67F4A3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E4C9A38B-6FD0-47AB-ABCA-F6F1C4110B9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Increasing video content consumption across platforms.</a:t>
          </a:r>
        </a:p>
      </dgm:t>
    </dgm:pt>
    <dgm:pt modelId="{AAF6B70E-15C5-473A-ADBE-03EB6DB61250}" type="parTrans" cxnId="{2CAE9327-9293-43FB-BA00-B8B570C1F612}">
      <dgm:prSet/>
      <dgm:spPr/>
      <dgm:t>
        <a:bodyPr/>
        <a:lstStyle/>
        <a:p>
          <a:endParaRPr lang="en-US"/>
        </a:p>
      </dgm:t>
    </dgm:pt>
    <dgm:pt modelId="{C99E5939-8AA0-4E14-A915-1973D77D56BE}" type="sibTrans" cxnId="{2CAE9327-9293-43FB-BA00-B8B570C1F612}">
      <dgm:prSet/>
      <dgm:spPr/>
      <dgm:t>
        <a:bodyPr/>
        <a:lstStyle/>
        <a:p>
          <a:endParaRPr lang="en-US"/>
        </a:p>
      </dgm:t>
    </dgm:pt>
    <dgm:pt modelId="{206BCAF3-0923-46DD-B4EE-B40E2184C2B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Need for structured, navigable video content in education, corporate training, and media.</a:t>
          </a:r>
        </a:p>
      </dgm:t>
    </dgm:pt>
    <dgm:pt modelId="{C881C5AA-5FF4-4536-B05F-82CD3567A127}" type="parTrans" cxnId="{40A15EB6-E524-471F-8CF8-371BFEB5CB32}">
      <dgm:prSet/>
      <dgm:spPr/>
      <dgm:t>
        <a:bodyPr/>
        <a:lstStyle/>
        <a:p>
          <a:endParaRPr lang="en-US"/>
        </a:p>
      </dgm:t>
    </dgm:pt>
    <dgm:pt modelId="{BCDF0C90-B3B8-4C67-BE60-283626C96486}" type="sibTrans" cxnId="{40A15EB6-E524-471F-8CF8-371BFEB5CB32}">
      <dgm:prSet/>
      <dgm:spPr/>
      <dgm:t>
        <a:bodyPr/>
        <a:lstStyle/>
        <a:p>
          <a:endParaRPr lang="en-US"/>
        </a:p>
      </dgm:t>
    </dgm:pt>
    <dgm:pt modelId="{230C35C5-85D8-423E-A86A-05356E3432F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AIdriven solutions are gaining traction in content management.</a:t>
          </a:r>
        </a:p>
      </dgm:t>
    </dgm:pt>
    <dgm:pt modelId="{F0F1663E-695C-47A0-A005-8706681D15B1}" type="parTrans" cxnId="{1C8F9632-A900-4C88-81DD-7B2EB6F5A6C2}">
      <dgm:prSet/>
      <dgm:spPr/>
      <dgm:t>
        <a:bodyPr/>
        <a:lstStyle/>
        <a:p>
          <a:endParaRPr lang="en-US"/>
        </a:p>
      </dgm:t>
    </dgm:pt>
    <dgm:pt modelId="{24B77E8D-7C78-4FDB-ADE2-44333C758D34}" type="sibTrans" cxnId="{1C8F9632-A900-4C88-81DD-7B2EB6F5A6C2}">
      <dgm:prSet/>
      <dgm:spPr/>
      <dgm:t>
        <a:bodyPr/>
        <a:lstStyle/>
        <a:p>
          <a:endParaRPr lang="en-US"/>
        </a:p>
      </dgm:t>
    </dgm:pt>
    <dgm:pt modelId="{0341B7D3-D4AF-42C1-8522-D645E40AD42C}" type="pres">
      <dgm:prSet presAssocID="{B15E03BF-291A-43AE-8F54-B01BC67F4A35}" presName="root" presStyleCnt="0">
        <dgm:presLayoutVars>
          <dgm:dir/>
          <dgm:resizeHandles val="exact"/>
        </dgm:presLayoutVars>
      </dgm:prSet>
      <dgm:spPr/>
    </dgm:pt>
    <dgm:pt modelId="{19B665AF-A9B9-47A2-A62B-B71DB0E2E148}" type="pres">
      <dgm:prSet presAssocID="{E4C9A38B-6FD0-47AB-ABCA-F6F1C4110B92}" presName="compNode" presStyleCnt="0"/>
      <dgm:spPr/>
    </dgm:pt>
    <dgm:pt modelId="{19F6D46D-C42A-4CBB-84DE-8178F44DF00C}" type="pres">
      <dgm:prSet presAssocID="{E4C9A38B-6FD0-47AB-ABCA-F6F1C4110B92}" presName="bgRect" presStyleLbl="bgShp" presStyleIdx="0" presStyleCnt="3"/>
      <dgm:spPr/>
    </dgm:pt>
    <dgm:pt modelId="{727FB081-0B46-40EE-B439-48BC16A5385C}" type="pres">
      <dgm:prSet presAssocID="{E4C9A38B-6FD0-47AB-ABCA-F6F1C4110B9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y"/>
        </a:ext>
      </dgm:extLst>
    </dgm:pt>
    <dgm:pt modelId="{D3F50F6A-4B23-4A53-8D27-879FC1EB10FF}" type="pres">
      <dgm:prSet presAssocID="{E4C9A38B-6FD0-47AB-ABCA-F6F1C4110B92}" presName="spaceRect" presStyleCnt="0"/>
      <dgm:spPr/>
    </dgm:pt>
    <dgm:pt modelId="{B5853560-84DC-40A6-854E-C46AB87C8EA9}" type="pres">
      <dgm:prSet presAssocID="{E4C9A38B-6FD0-47AB-ABCA-F6F1C4110B92}" presName="parTx" presStyleLbl="revTx" presStyleIdx="0" presStyleCnt="3">
        <dgm:presLayoutVars>
          <dgm:chMax val="0"/>
          <dgm:chPref val="0"/>
        </dgm:presLayoutVars>
      </dgm:prSet>
      <dgm:spPr/>
    </dgm:pt>
    <dgm:pt modelId="{2DBAF6C7-CAFF-47D5-8BAA-450300E9FC24}" type="pres">
      <dgm:prSet presAssocID="{C99E5939-8AA0-4E14-A915-1973D77D56BE}" presName="sibTrans" presStyleCnt="0"/>
      <dgm:spPr/>
    </dgm:pt>
    <dgm:pt modelId="{1B1C8B81-3ED4-4526-917A-76246DC05A21}" type="pres">
      <dgm:prSet presAssocID="{206BCAF3-0923-46DD-B4EE-B40E2184C2BA}" presName="compNode" presStyleCnt="0"/>
      <dgm:spPr/>
    </dgm:pt>
    <dgm:pt modelId="{C8AC0BBB-003B-40DA-BA9B-50543347E39E}" type="pres">
      <dgm:prSet presAssocID="{206BCAF3-0923-46DD-B4EE-B40E2184C2BA}" presName="bgRect" presStyleLbl="bgShp" presStyleIdx="1" presStyleCnt="3"/>
      <dgm:spPr/>
    </dgm:pt>
    <dgm:pt modelId="{C15AA6F8-6194-40AF-AA2B-92245905388B}" type="pres">
      <dgm:prSet presAssocID="{206BCAF3-0923-46DD-B4EE-B40E2184C2B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idge scene"/>
        </a:ext>
      </dgm:extLst>
    </dgm:pt>
    <dgm:pt modelId="{9F0D2B0C-3622-4458-9392-D3C73CD3D2EA}" type="pres">
      <dgm:prSet presAssocID="{206BCAF3-0923-46DD-B4EE-B40E2184C2BA}" presName="spaceRect" presStyleCnt="0"/>
      <dgm:spPr/>
    </dgm:pt>
    <dgm:pt modelId="{FC407DD6-AF50-4EDC-BD1A-7EFA12B2E4BF}" type="pres">
      <dgm:prSet presAssocID="{206BCAF3-0923-46DD-B4EE-B40E2184C2BA}" presName="parTx" presStyleLbl="revTx" presStyleIdx="1" presStyleCnt="3">
        <dgm:presLayoutVars>
          <dgm:chMax val="0"/>
          <dgm:chPref val="0"/>
        </dgm:presLayoutVars>
      </dgm:prSet>
      <dgm:spPr/>
    </dgm:pt>
    <dgm:pt modelId="{916A2C50-2D6A-44EE-9774-DB62903D91D4}" type="pres">
      <dgm:prSet presAssocID="{BCDF0C90-B3B8-4C67-BE60-283626C96486}" presName="sibTrans" presStyleCnt="0"/>
      <dgm:spPr/>
    </dgm:pt>
    <dgm:pt modelId="{25395105-8325-461E-B513-76A0780D61A3}" type="pres">
      <dgm:prSet presAssocID="{230C35C5-85D8-423E-A86A-05356E3432FC}" presName="compNode" presStyleCnt="0"/>
      <dgm:spPr/>
    </dgm:pt>
    <dgm:pt modelId="{B0B64A91-D52D-421C-A0B7-35A0AA49A3FD}" type="pres">
      <dgm:prSet presAssocID="{230C35C5-85D8-423E-A86A-05356E3432FC}" presName="bgRect" presStyleLbl="bgShp" presStyleIdx="2" presStyleCnt="3"/>
      <dgm:spPr/>
    </dgm:pt>
    <dgm:pt modelId="{83B601CA-92C1-48BC-AFB9-432E38978EA7}" type="pres">
      <dgm:prSet presAssocID="{230C35C5-85D8-423E-A86A-05356E3432F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dvertising"/>
        </a:ext>
      </dgm:extLst>
    </dgm:pt>
    <dgm:pt modelId="{4D86A480-59FC-440A-AD45-54A78398B8EC}" type="pres">
      <dgm:prSet presAssocID="{230C35C5-85D8-423E-A86A-05356E3432FC}" presName="spaceRect" presStyleCnt="0"/>
      <dgm:spPr/>
    </dgm:pt>
    <dgm:pt modelId="{72AE6E47-DE28-4E1A-B43C-AD66C6E0C611}" type="pres">
      <dgm:prSet presAssocID="{230C35C5-85D8-423E-A86A-05356E3432FC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434EBE25-C261-4698-8549-B233288B9832}" type="presOf" srcId="{B15E03BF-291A-43AE-8F54-B01BC67F4A35}" destId="{0341B7D3-D4AF-42C1-8522-D645E40AD42C}" srcOrd="0" destOrd="0" presId="urn:microsoft.com/office/officeart/2018/2/layout/IconVerticalSolidList"/>
    <dgm:cxn modelId="{2CAE9327-9293-43FB-BA00-B8B570C1F612}" srcId="{B15E03BF-291A-43AE-8F54-B01BC67F4A35}" destId="{E4C9A38B-6FD0-47AB-ABCA-F6F1C4110B92}" srcOrd="0" destOrd="0" parTransId="{AAF6B70E-15C5-473A-ADBE-03EB6DB61250}" sibTransId="{C99E5939-8AA0-4E14-A915-1973D77D56BE}"/>
    <dgm:cxn modelId="{198FAB2A-1808-4807-99EB-E73A6C7A34CA}" type="presOf" srcId="{E4C9A38B-6FD0-47AB-ABCA-F6F1C4110B92}" destId="{B5853560-84DC-40A6-854E-C46AB87C8EA9}" srcOrd="0" destOrd="0" presId="urn:microsoft.com/office/officeart/2018/2/layout/IconVerticalSolidList"/>
    <dgm:cxn modelId="{1C8F9632-A900-4C88-81DD-7B2EB6F5A6C2}" srcId="{B15E03BF-291A-43AE-8F54-B01BC67F4A35}" destId="{230C35C5-85D8-423E-A86A-05356E3432FC}" srcOrd="2" destOrd="0" parTransId="{F0F1663E-695C-47A0-A005-8706681D15B1}" sibTransId="{24B77E8D-7C78-4FDB-ADE2-44333C758D34}"/>
    <dgm:cxn modelId="{072C5373-B7FF-4B13-9C18-39F797AD0277}" type="presOf" srcId="{206BCAF3-0923-46DD-B4EE-B40E2184C2BA}" destId="{FC407DD6-AF50-4EDC-BD1A-7EFA12B2E4BF}" srcOrd="0" destOrd="0" presId="urn:microsoft.com/office/officeart/2018/2/layout/IconVerticalSolidList"/>
    <dgm:cxn modelId="{D67E53B0-054A-4C0F-85B8-117E1BD5A01C}" type="presOf" srcId="{230C35C5-85D8-423E-A86A-05356E3432FC}" destId="{72AE6E47-DE28-4E1A-B43C-AD66C6E0C611}" srcOrd="0" destOrd="0" presId="urn:microsoft.com/office/officeart/2018/2/layout/IconVerticalSolidList"/>
    <dgm:cxn modelId="{40A15EB6-E524-471F-8CF8-371BFEB5CB32}" srcId="{B15E03BF-291A-43AE-8F54-B01BC67F4A35}" destId="{206BCAF3-0923-46DD-B4EE-B40E2184C2BA}" srcOrd="1" destOrd="0" parTransId="{C881C5AA-5FF4-4536-B05F-82CD3567A127}" sibTransId="{BCDF0C90-B3B8-4C67-BE60-283626C96486}"/>
    <dgm:cxn modelId="{A0EEE1FA-55D7-4D25-8F91-6C4ED3D09DC7}" type="presParOf" srcId="{0341B7D3-D4AF-42C1-8522-D645E40AD42C}" destId="{19B665AF-A9B9-47A2-A62B-B71DB0E2E148}" srcOrd="0" destOrd="0" presId="urn:microsoft.com/office/officeart/2018/2/layout/IconVerticalSolidList"/>
    <dgm:cxn modelId="{18E4F1A9-64C4-4616-BC9B-37F36D4F72E7}" type="presParOf" srcId="{19B665AF-A9B9-47A2-A62B-B71DB0E2E148}" destId="{19F6D46D-C42A-4CBB-84DE-8178F44DF00C}" srcOrd="0" destOrd="0" presId="urn:microsoft.com/office/officeart/2018/2/layout/IconVerticalSolidList"/>
    <dgm:cxn modelId="{4422795C-CF91-45A8-BE85-E27E057D9A29}" type="presParOf" srcId="{19B665AF-A9B9-47A2-A62B-B71DB0E2E148}" destId="{727FB081-0B46-40EE-B439-48BC16A5385C}" srcOrd="1" destOrd="0" presId="urn:microsoft.com/office/officeart/2018/2/layout/IconVerticalSolidList"/>
    <dgm:cxn modelId="{9CB964A0-6CC5-4EA5-9090-5751AB302B56}" type="presParOf" srcId="{19B665AF-A9B9-47A2-A62B-B71DB0E2E148}" destId="{D3F50F6A-4B23-4A53-8D27-879FC1EB10FF}" srcOrd="2" destOrd="0" presId="urn:microsoft.com/office/officeart/2018/2/layout/IconVerticalSolidList"/>
    <dgm:cxn modelId="{0248CEC5-EE0B-4E65-93D2-987280F917B9}" type="presParOf" srcId="{19B665AF-A9B9-47A2-A62B-B71DB0E2E148}" destId="{B5853560-84DC-40A6-854E-C46AB87C8EA9}" srcOrd="3" destOrd="0" presId="urn:microsoft.com/office/officeart/2018/2/layout/IconVerticalSolidList"/>
    <dgm:cxn modelId="{AABFC225-6E46-490D-8DEA-8D4BC1B31DD9}" type="presParOf" srcId="{0341B7D3-D4AF-42C1-8522-D645E40AD42C}" destId="{2DBAF6C7-CAFF-47D5-8BAA-450300E9FC24}" srcOrd="1" destOrd="0" presId="urn:microsoft.com/office/officeart/2018/2/layout/IconVerticalSolidList"/>
    <dgm:cxn modelId="{99A4E722-A806-4C52-8FE7-19D8C4AE8501}" type="presParOf" srcId="{0341B7D3-D4AF-42C1-8522-D645E40AD42C}" destId="{1B1C8B81-3ED4-4526-917A-76246DC05A21}" srcOrd="2" destOrd="0" presId="urn:microsoft.com/office/officeart/2018/2/layout/IconVerticalSolidList"/>
    <dgm:cxn modelId="{575187EF-5D57-4498-A3A7-F757AC932682}" type="presParOf" srcId="{1B1C8B81-3ED4-4526-917A-76246DC05A21}" destId="{C8AC0BBB-003B-40DA-BA9B-50543347E39E}" srcOrd="0" destOrd="0" presId="urn:microsoft.com/office/officeart/2018/2/layout/IconVerticalSolidList"/>
    <dgm:cxn modelId="{8051420F-E9C6-491A-B75A-870CDDDFDC84}" type="presParOf" srcId="{1B1C8B81-3ED4-4526-917A-76246DC05A21}" destId="{C15AA6F8-6194-40AF-AA2B-92245905388B}" srcOrd="1" destOrd="0" presId="urn:microsoft.com/office/officeart/2018/2/layout/IconVerticalSolidList"/>
    <dgm:cxn modelId="{8D32D41F-6EBD-479A-99F2-DD5351480067}" type="presParOf" srcId="{1B1C8B81-3ED4-4526-917A-76246DC05A21}" destId="{9F0D2B0C-3622-4458-9392-D3C73CD3D2EA}" srcOrd="2" destOrd="0" presId="urn:microsoft.com/office/officeart/2018/2/layout/IconVerticalSolidList"/>
    <dgm:cxn modelId="{9D24293B-9B34-426B-AF40-B2EC4BEB3B3C}" type="presParOf" srcId="{1B1C8B81-3ED4-4526-917A-76246DC05A21}" destId="{FC407DD6-AF50-4EDC-BD1A-7EFA12B2E4BF}" srcOrd="3" destOrd="0" presId="urn:microsoft.com/office/officeart/2018/2/layout/IconVerticalSolidList"/>
    <dgm:cxn modelId="{41D9F1BF-DE71-4B18-989B-C39CF346C374}" type="presParOf" srcId="{0341B7D3-D4AF-42C1-8522-D645E40AD42C}" destId="{916A2C50-2D6A-44EE-9774-DB62903D91D4}" srcOrd="3" destOrd="0" presId="urn:microsoft.com/office/officeart/2018/2/layout/IconVerticalSolidList"/>
    <dgm:cxn modelId="{E45DD43D-F430-4C8A-96CE-94BDB7235F8C}" type="presParOf" srcId="{0341B7D3-D4AF-42C1-8522-D645E40AD42C}" destId="{25395105-8325-461E-B513-76A0780D61A3}" srcOrd="4" destOrd="0" presId="urn:microsoft.com/office/officeart/2018/2/layout/IconVerticalSolidList"/>
    <dgm:cxn modelId="{DAAF19C7-7195-43D1-8183-2C2E3273FA03}" type="presParOf" srcId="{25395105-8325-461E-B513-76A0780D61A3}" destId="{B0B64A91-D52D-421C-A0B7-35A0AA49A3FD}" srcOrd="0" destOrd="0" presId="urn:microsoft.com/office/officeart/2018/2/layout/IconVerticalSolidList"/>
    <dgm:cxn modelId="{73AB1A48-58D7-40A9-867D-E44AE6BA6633}" type="presParOf" srcId="{25395105-8325-461E-B513-76A0780D61A3}" destId="{83B601CA-92C1-48BC-AFB9-432E38978EA7}" srcOrd="1" destOrd="0" presId="urn:microsoft.com/office/officeart/2018/2/layout/IconVerticalSolidList"/>
    <dgm:cxn modelId="{A17AA2F7-759A-43EC-931E-DB5CD84476C6}" type="presParOf" srcId="{25395105-8325-461E-B513-76A0780D61A3}" destId="{4D86A480-59FC-440A-AD45-54A78398B8EC}" srcOrd="2" destOrd="0" presId="urn:microsoft.com/office/officeart/2018/2/layout/IconVerticalSolidList"/>
    <dgm:cxn modelId="{5B2DF30D-037C-4376-A5CF-71A219473125}" type="presParOf" srcId="{25395105-8325-461E-B513-76A0780D61A3}" destId="{72AE6E47-DE28-4E1A-B43C-AD66C6E0C61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FB78AF7-1C91-479E-AF3B-94AE51A6194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AAA83C2-B24A-47A4-9987-4AEB8887A848}">
      <dgm:prSet/>
      <dgm:spPr/>
      <dgm:t>
        <a:bodyPr/>
        <a:lstStyle/>
        <a:p>
          <a:r>
            <a:rPr lang="en-US"/>
            <a:t>An AIpowered tool that automatically detects key moments and creates chapters.</a:t>
          </a:r>
        </a:p>
      </dgm:t>
    </dgm:pt>
    <dgm:pt modelId="{434BFF84-CAA1-4FDE-B8AB-22B6B2BA408A}" type="parTrans" cxnId="{9C8FE109-CB8E-4865-9A8D-E013EF500293}">
      <dgm:prSet/>
      <dgm:spPr/>
      <dgm:t>
        <a:bodyPr/>
        <a:lstStyle/>
        <a:p>
          <a:endParaRPr lang="en-US"/>
        </a:p>
      </dgm:t>
    </dgm:pt>
    <dgm:pt modelId="{203DAAB5-32D9-4376-A1DA-93C18E2855D0}" type="sibTrans" cxnId="{9C8FE109-CB8E-4865-9A8D-E013EF500293}">
      <dgm:prSet/>
      <dgm:spPr/>
      <dgm:t>
        <a:bodyPr/>
        <a:lstStyle/>
        <a:p>
          <a:endParaRPr lang="en-US"/>
        </a:p>
      </dgm:t>
    </dgm:pt>
    <dgm:pt modelId="{49F0F34D-5938-4A38-851B-9448C2E03FFA}">
      <dgm:prSet/>
      <dgm:spPr/>
      <dgm:t>
        <a:bodyPr/>
        <a:lstStyle/>
        <a:p>
          <a:r>
            <a:rPr lang="en-US"/>
            <a:t>Provides seamless video navigation and content segmentation.</a:t>
          </a:r>
        </a:p>
      </dgm:t>
    </dgm:pt>
    <dgm:pt modelId="{5D86FDDF-6163-4B57-8B12-74B7A19F9E0C}" type="parTrans" cxnId="{51689A73-4BF2-48CC-B21E-7D414F0D8376}">
      <dgm:prSet/>
      <dgm:spPr/>
      <dgm:t>
        <a:bodyPr/>
        <a:lstStyle/>
        <a:p>
          <a:endParaRPr lang="en-US"/>
        </a:p>
      </dgm:t>
    </dgm:pt>
    <dgm:pt modelId="{9456BC46-0D7F-47EC-9FA6-BC5E5B8F02C7}" type="sibTrans" cxnId="{51689A73-4BF2-48CC-B21E-7D414F0D8376}">
      <dgm:prSet/>
      <dgm:spPr/>
      <dgm:t>
        <a:bodyPr/>
        <a:lstStyle/>
        <a:p>
          <a:endParaRPr lang="en-US"/>
        </a:p>
      </dgm:t>
    </dgm:pt>
    <dgm:pt modelId="{C58BA9DB-1990-43EB-A9BF-BC287BA50954}">
      <dgm:prSet/>
      <dgm:spPr/>
      <dgm:t>
        <a:bodyPr/>
        <a:lstStyle/>
        <a:p>
          <a:r>
            <a:rPr lang="en-US"/>
            <a:t>Allows customization and edits for enhanced user control.</a:t>
          </a:r>
        </a:p>
      </dgm:t>
    </dgm:pt>
    <dgm:pt modelId="{015505FA-CFE1-46F0-8710-6EA2BF30DB48}" type="parTrans" cxnId="{2403CFA3-2D4A-4C60-8B9F-463E8EDB547F}">
      <dgm:prSet/>
      <dgm:spPr/>
      <dgm:t>
        <a:bodyPr/>
        <a:lstStyle/>
        <a:p>
          <a:endParaRPr lang="en-US"/>
        </a:p>
      </dgm:t>
    </dgm:pt>
    <dgm:pt modelId="{9D3AAACA-EA0B-4A43-92E5-EA8E24F4289F}" type="sibTrans" cxnId="{2403CFA3-2D4A-4C60-8B9F-463E8EDB547F}">
      <dgm:prSet/>
      <dgm:spPr/>
      <dgm:t>
        <a:bodyPr/>
        <a:lstStyle/>
        <a:p>
          <a:endParaRPr lang="en-US"/>
        </a:p>
      </dgm:t>
    </dgm:pt>
    <dgm:pt modelId="{16316DF4-09F8-4808-BE0D-6F327C8BC2C7}">
      <dgm:prSet/>
      <dgm:spPr/>
      <dgm:t>
        <a:bodyPr/>
        <a:lstStyle/>
        <a:p>
          <a:r>
            <a:rPr lang="en-US"/>
            <a:t>Focus on accuracy, efficiency, and ease of use.</a:t>
          </a:r>
        </a:p>
      </dgm:t>
    </dgm:pt>
    <dgm:pt modelId="{C3F3BEB9-DC98-41DE-96B1-EADD2EE193AA}" type="parTrans" cxnId="{2DD78D35-3C26-45F3-8FF9-0B28F0A514F2}">
      <dgm:prSet/>
      <dgm:spPr/>
      <dgm:t>
        <a:bodyPr/>
        <a:lstStyle/>
        <a:p>
          <a:endParaRPr lang="en-US"/>
        </a:p>
      </dgm:t>
    </dgm:pt>
    <dgm:pt modelId="{3AAB5C7D-1201-4CB7-A470-53068FBFBCF3}" type="sibTrans" cxnId="{2DD78D35-3C26-45F3-8FF9-0B28F0A514F2}">
      <dgm:prSet/>
      <dgm:spPr/>
      <dgm:t>
        <a:bodyPr/>
        <a:lstStyle/>
        <a:p>
          <a:endParaRPr lang="en-US"/>
        </a:p>
      </dgm:t>
    </dgm:pt>
    <dgm:pt modelId="{7EE2EEF6-4F06-4BE3-B43E-8FEB1D21261F}" type="pres">
      <dgm:prSet presAssocID="{DFB78AF7-1C91-479E-AF3B-94AE51A6194D}" presName="linear" presStyleCnt="0">
        <dgm:presLayoutVars>
          <dgm:animLvl val="lvl"/>
          <dgm:resizeHandles val="exact"/>
        </dgm:presLayoutVars>
      </dgm:prSet>
      <dgm:spPr/>
    </dgm:pt>
    <dgm:pt modelId="{3CCE1E34-A49C-432D-B600-8DE1F554931A}" type="pres">
      <dgm:prSet presAssocID="{2AAA83C2-B24A-47A4-9987-4AEB8887A84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1EE8F7A-28B3-440A-A6AB-46A92BC04928}" type="pres">
      <dgm:prSet presAssocID="{203DAAB5-32D9-4376-A1DA-93C18E2855D0}" presName="spacer" presStyleCnt="0"/>
      <dgm:spPr/>
    </dgm:pt>
    <dgm:pt modelId="{BEEAC6B7-EB86-4F6F-AA53-B61B296CD572}" type="pres">
      <dgm:prSet presAssocID="{49F0F34D-5938-4A38-851B-9448C2E03FF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3FD7018-699B-4CFE-BE5A-17C40B8AEDB2}" type="pres">
      <dgm:prSet presAssocID="{9456BC46-0D7F-47EC-9FA6-BC5E5B8F02C7}" presName="spacer" presStyleCnt="0"/>
      <dgm:spPr/>
    </dgm:pt>
    <dgm:pt modelId="{E11D8F67-EBD9-4B89-A8CF-789E073E29A7}" type="pres">
      <dgm:prSet presAssocID="{C58BA9DB-1990-43EB-A9BF-BC287BA5095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98BE5F4-6EE5-416B-A457-9262096D4569}" type="pres">
      <dgm:prSet presAssocID="{9D3AAACA-EA0B-4A43-92E5-EA8E24F4289F}" presName="spacer" presStyleCnt="0"/>
      <dgm:spPr/>
    </dgm:pt>
    <dgm:pt modelId="{877DF1C5-209C-428F-AC8F-E3430F9B11A8}" type="pres">
      <dgm:prSet presAssocID="{16316DF4-09F8-4808-BE0D-6F327C8BC2C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8F6E707-4322-4B11-994E-6D0CEE97A4BC}" type="presOf" srcId="{DFB78AF7-1C91-479E-AF3B-94AE51A6194D}" destId="{7EE2EEF6-4F06-4BE3-B43E-8FEB1D21261F}" srcOrd="0" destOrd="0" presId="urn:microsoft.com/office/officeart/2005/8/layout/vList2"/>
    <dgm:cxn modelId="{9C8FE109-CB8E-4865-9A8D-E013EF500293}" srcId="{DFB78AF7-1C91-479E-AF3B-94AE51A6194D}" destId="{2AAA83C2-B24A-47A4-9987-4AEB8887A848}" srcOrd="0" destOrd="0" parTransId="{434BFF84-CAA1-4FDE-B8AB-22B6B2BA408A}" sibTransId="{203DAAB5-32D9-4376-A1DA-93C18E2855D0}"/>
    <dgm:cxn modelId="{25D57E1A-771B-4E7F-A2D9-7B511BDE9187}" type="presOf" srcId="{C58BA9DB-1990-43EB-A9BF-BC287BA50954}" destId="{E11D8F67-EBD9-4B89-A8CF-789E073E29A7}" srcOrd="0" destOrd="0" presId="urn:microsoft.com/office/officeart/2005/8/layout/vList2"/>
    <dgm:cxn modelId="{2DD78D35-3C26-45F3-8FF9-0B28F0A514F2}" srcId="{DFB78AF7-1C91-479E-AF3B-94AE51A6194D}" destId="{16316DF4-09F8-4808-BE0D-6F327C8BC2C7}" srcOrd="3" destOrd="0" parTransId="{C3F3BEB9-DC98-41DE-96B1-EADD2EE193AA}" sibTransId="{3AAB5C7D-1201-4CB7-A470-53068FBFBCF3}"/>
    <dgm:cxn modelId="{D5C19460-E6D3-42A7-A8BC-46B3261461A1}" type="presOf" srcId="{2AAA83C2-B24A-47A4-9987-4AEB8887A848}" destId="{3CCE1E34-A49C-432D-B600-8DE1F554931A}" srcOrd="0" destOrd="0" presId="urn:microsoft.com/office/officeart/2005/8/layout/vList2"/>
    <dgm:cxn modelId="{96AF7B67-2C07-42A4-AAF5-D58BD22851EF}" type="presOf" srcId="{16316DF4-09F8-4808-BE0D-6F327C8BC2C7}" destId="{877DF1C5-209C-428F-AC8F-E3430F9B11A8}" srcOrd="0" destOrd="0" presId="urn:microsoft.com/office/officeart/2005/8/layout/vList2"/>
    <dgm:cxn modelId="{51689A73-4BF2-48CC-B21E-7D414F0D8376}" srcId="{DFB78AF7-1C91-479E-AF3B-94AE51A6194D}" destId="{49F0F34D-5938-4A38-851B-9448C2E03FFA}" srcOrd="1" destOrd="0" parTransId="{5D86FDDF-6163-4B57-8B12-74B7A19F9E0C}" sibTransId="{9456BC46-0D7F-47EC-9FA6-BC5E5B8F02C7}"/>
    <dgm:cxn modelId="{2403CFA3-2D4A-4C60-8B9F-463E8EDB547F}" srcId="{DFB78AF7-1C91-479E-AF3B-94AE51A6194D}" destId="{C58BA9DB-1990-43EB-A9BF-BC287BA50954}" srcOrd="2" destOrd="0" parTransId="{015505FA-CFE1-46F0-8710-6EA2BF30DB48}" sibTransId="{9D3AAACA-EA0B-4A43-92E5-EA8E24F4289F}"/>
    <dgm:cxn modelId="{657DEFA9-40C5-4A8F-88C7-DA95FC27E784}" type="presOf" srcId="{49F0F34D-5938-4A38-851B-9448C2E03FFA}" destId="{BEEAC6B7-EB86-4F6F-AA53-B61B296CD572}" srcOrd="0" destOrd="0" presId="urn:microsoft.com/office/officeart/2005/8/layout/vList2"/>
    <dgm:cxn modelId="{C4B513F6-BA8C-4E80-89C2-DD94CB61265D}" type="presParOf" srcId="{7EE2EEF6-4F06-4BE3-B43E-8FEB1D21261F}" destId="{3CCE1E34-A49C-432D-B600-8DE1F554931A}" srcOrd="0" destOrd="0" presId="urn:microsoft.com/office/officeart/2005/8/layout/vList2"/>
    <dgm:cxn modelId="{069D4A27-F5CC-4DD6-BB08-871A44A982DC}" type="presParOf" srcId="{7EE2EEF6-4F06-4BE3-B43E-8FEB1D21261F}" destId="{D1EE8F7A-28B3-440A-A6AB-46A92BC04928}" srcOrd="1" destOrd="0" presId="urn:microsoft.com/office/officeart/2005/8/layout/vList2"/>
    <dgm:cxn modelId="{48A5ADF6-DA57-4146-91B5-F8ABF6975D4D}" type="presParOf" srcId="{7EE2EEF6-4F06-4BE3-B43E-8FEB1D21261F}" destId="{BEEAC6B7-EB86-4F6F-AA53-B61B296CD572}" srcOrd="2" destOrd="0" presId="urn:microsoft.com/office/officeart/2005/8/layout/vList2"/>
    <dgm:cxn modelId="{9E27F5E1-FBEA-4A09-903D-8F5453D17B14}" type="presParOf" srcId="{7EE2EEF6-4F06-4BE3-B43E-8FEB1D21261F}" destId="{23FD7018-699B-4CFE-BE5A-17C40B8AEDB2}" srcOrd="3" destOrd="0" presId="urn:microsoft.com/office/officeart/2005/8/layout/vList2"/>
    <dgm:cxn modelId="{74F700DD-1742-4CA1-A8FC-5CA50ACDC780}" type="presParOf" srcId="{7EE2EEF6-4F06-4BE3-B43E-8FEB1D21261F}" destId="{E11D8F67-EBD9-4B89-A8CF-789E073E29A7}" srcOrd="4" destOrd="0" presId="urn:microsoft.com/office/officeart/2005/8/layout/vList2"/>
    <dgm:cxn modelId="{78E7BA12-FC56-49B5-99C6-4CC8F5134D0E}" type="presParOf" srcId="{7EE2EEF6-4F06-4BE3-B43E-8FEB1D21261F}" destId="{C98BE5F4-6EE5-416B-A457-9262096D4569}" srcOrd="5" destOrd="0" presId="urn:microsoft.com/office/officeart/2005/8/layout/vList2"/>
    <dgm:cxn modelId="{5CA5CAF6-0FE5-42C0-AD81-72E8B583B0B6}" type="presParOf" srcId="{7EE2EEF6-4F06-4BE3-B43E-8FEB1D21261F}" destId="{877DF1C5-209C-428F-AC8F-E3430F9B11A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5D08A9D-9F00-42C3-BA5A-4BBC28BA895E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CC611BAB-06F7-46E9-806A-9861869E256D}">
      <dgm:prSet/>
      <dgm:spPr/>
      <dgm:t>
        <a:bodyPr/>
        <a:lstStyle/>
        <a:p>
          <a:pPr>
            <a:defRPr cap="all"/>
          </a:pPr>
          <a:r>
            <a:rPr lang="en-US"/>
            <a:t>Existing solutions: YouTube autochapters, free chaptering sites.</a:t>
          </a:r>
        </a:p>
      </dgm:t>
    </dgm:pt>
    <dgm:pt modelId="{9799003B-A0FB-45AC-A8DC-851E17DC4427}" type="parTrans" cxnId="{D7017E7D-DAA7-406A-86E8-38099876AC24}">
      <dgm:prSet/>
      <dgm:spPr/>
      <dgm:t>
        <a:bodyPr/>
        <a:lstStyle/>
        <a:p>
          <a:endParaRPr lang="en-US"/>
        </a:p>
      </dgm:t>
    </dgm:pt>
    <dgm:pt modelId="{36C23E5B-0D68-4B88-9645-2CE25FCEE8CC}" type="sibTrans" cxnId="{D7017E7D-DAA7-406A-86E8-38099876AC24}">
      <dgm:prSet/>
      <dgm:spPr/>
      <dgm:t>
        <a:bodyPr/>
        <a:lstStyle/>
        <a:p>
          <a:endParaRPr lang="en-US"/>
        </a:p>
      </dgm:t>
    </dgm:pt>
    <dgm:pt modelId="{42D8FD03-3561-43FE-9560-6B46E9AAC287}">
      <dgm:prSet/>
      <dgm:spPr/>
      <dgm:t>
        <a:bodyPr/>
        <a:lstStyle/>
        <a:p>
          <a:pPr>
            <a:defRPr cap="all"/>
          </a:pPr>
          <a:r>
            <a:rPr lang="en-US"/>
            <a:t>Competitor issues: Accuracy, lack of customization, paywalls.</a:t>
          </a:r>
        </a:p>
      </dgm:t>
    </dgm:pt>
    <dgm:pt modelId="{CBC28891-3F1A-4FDE-9A05-2E5B7B139E9B}" type="parTrans" cxnId="{028218F3-9831-4341-9770-9C27271F7714}">
      <dgm:prSet/>
      <dgm:spPr/>
      <dgm:t>
        <a:bodyPr/>
        <a:lstStyle/>
        <a:p>
          <a:endParaRPr lang="en-US"/>
        </a:p>
      </dgm:t>
    </dgm:pt>
    <dgm:pt modelId="{30A9A0AC-1E31-4EAB-8FC7-32DA23E170B2}" type="sibTrans" cxnId="{028218F3-9831-4341-9770-9C27271F7714}">
      <dgm:prSet/>
      <dgm:spPr/>
      <dgm:t>
        <a:bodyPr/>
        <a:lstStyle/>
        <a:p>
          <a:endParaRPr lang="en-US"/>
        </a:p>
      </dgm:t>
    </dgm:pt>
    <dgm:pt modelId="{B18BFD32-BED1-471F-A77F-595F9E9E340B}">
      <dgm:prSet/>
      <dgm:spPr/>
      <dgm:t>
        <a:bodyPr/>
        <a:lstStyle/>
        <a:p>
          <a:pPr>
            <a:defRPr cap="all"/>
          </a:pPr>
          <a:r>
            <a:rPr lang="en-US"/>
            <a:t>ClipHop differentiation: Automated, highprecision, userfriendly.</a:t>
          </a:r>
        </a:p>
      </dgm:t>
    </dgm:pt>
    <dgm:pt modelId="{16283D0C-6EA3-47B3-9D84-5FA0403485E2}" type="parTrans" cxnId="{859B9314-8692-4F15-971E-495D7C14B097}">
      <dgm:prSet/>
      <dgm:spPr/>
      <dgm:t>
        <a:bodyPr/>
        <a:lstStyle/>
        <a:p>
          <a:endParaRPr lang="en-US"/>
        </a:p>
      </dgm:t>
    </dgm:pt>
    <dgm:pt modelId="{115CC540-31B0-4ED9-AD1C-E33BD03F33F3}" type="sibTrans" cxnId="{859B9314-8692-4F15-971E-495D7C14B097}">
      <dgm:prSet/>
      <dgm:spPr/>
      <dgm:t>
        <a:bodyPr/>
        <a:lstStyle/>
        <a:p>
          <a:endParaRPr lang="en-US"/>
        </a:p>
      </dgm:t>
    </dgm:pt>
    <dgm:pt modelId="{3240ECFF-D682-49F4-8EF2-BA4C3B915A8F}" type="pres">
      <dgm:prSet presAssocID="{C5D08A9D-9F00-42C3-BA5A-4BBC28BA895E}" presName="root" presStyleCnt="0">
        <dgm:presLayoutVars>
          <dgm:dir/>
          <dgm:resizeHandles val="exact"/>
        </dgm:presLayoutVars>
      </dgm:prSet>
      <dgm:spPr/>
    </dgm:pt>
    <dgm:pt modelId="{3B248F1A-5A54-44E0-8388-5BEBE0E819C4}" type="pres">
      <dgm:prSet presAssocID="{CC611BAB-06F7-46E9-806A-9861869E256D}" presName="compNode" presStyleCnt="0"/>
      <dgm:spPr/>
    </dgm:pt>
    <dgm:pt modelId="{FC5EE0E5-3751-474D-B75E-77D3CFCA9A51}" type="pres">
      <dgm:prSet presAssocID="{CC611BAB-06F7-46E9-806A-9861869E256D}" presName="iconBgRect" presStyleLbl="bgShp" presStyleIdx="0" presStyleCnt="3"/>
      <dgm:spPr/>
    </dgm:pt>
    <dgm:pt modelId="{4B4F419F-6FCD-48CA-AF22-D8006DC1A505}" type="pres">
      <dgm:prSet presAssocID="{CC611BAB-06F7-46E9-806A-9861869E256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ation with Media"/>
        </a:ext>
      </dgm:extLst>
    </dgm:pt>
    <dgm:pt modelId="{838D9A05-1500-469A-AEC5-4D462AA133A0}" type="pres">
      <dgm:prSet presAssocID="{CC611BAB-06F7-46E9-806A-9861869E256D}" presName="spaceRect" presStyleCnt="0"/>
      <dgm:spPr/>
    </dgm:pt>
    <dgm:pt modelId="{3DE7A40E-4955-4D13-8C5F-3BA3EEC99BC7}" type="pres">
      <dgm:prSet presAssocID="{CC611BAB-06F7-46E9-806A-9861869E256D}" presName="textRect" presStyleLbl="revTx" presStyleIdx="0" presStyleCnt="3">
        <dgm:presLayoutVars>
          <dgm:chMax val="1"/>
          <dgm:chPref val="1"/>
        </dgm:presLayoutVars>
      </dgm:prSet>
      <dgm:spPr/>
    </dgm:pt>
    <dgm:pt modelId="{EB8819E3-34A6-4DC4-8C07-32DFF9B89BD9}" type="pres">
      <dgm:prSet presAssocID="{36C23E5B-0D68-4B88-9645-2CE25FCEE8CC}" presName="sibTrans" presStyleCnt="0"/>
      <dgm:spPr/>
    </dgm:pt>
    <dgm:pt modelId="{8322C1EC-D3BD-413B-8657-E2124C2F3950}" type="pres">
      <dgm:prSet presAssocID="{42D8FD03-3561-43FE-9560-6B46E9AAC287}" presName="compNode" presStyleCnt="0"/>
      <dgm:spPr/>
    </dgm:pt>
    <dgm:pt modelId="{5E1FE91D-59F1-4DB4-833E-BDEBF8CB93DD}" type="pres">
      <dgm:prSet presAssocID="{42D8FD03-3561-43FE-9560-6B46E9AAC287}" presName="iconBgRect" presStyleLbl="bgShp" presStyleIdx="1" presStyleCnt="3"/>
      <dgm:spPr/>
    </dgm:pt>
    <dgm:pt modelId="{3BA13A6A-A19B-4EFD-B00E-224E8D7EC7EA}" type="pres">
      <dgm:prSet presAssocID="{42D8FD03-3561-43FE-9560-6B46E9AAC28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C1A66037-F6D1-40F9-9108-3966204526F1}" type="pres">
      <dgm:prSet presAssocID="{42D8FD03-3561-43FE-9560-6B46E9AAC287}" presName="spaceRect" presStyleCnt="0"/>
      <dgm:spPr/>
    </dgm:pt>
    <dgm:pt modelId="{94E8A4AC-4BEB-4C13-A598-869643562258}" type="pres">
      <dgm:prSet presAssocID="{42D8FD03-3561-43FE-9560-6B46E9AAC287}" presName="textRect" presStyleLbl="revTx" presStyleIdx="1" presStyleCnt="3">
        <dgm:presLayoutVars>
          <dgm:chMax val="1"/>
          <dgm:chPref val="1"/>
        </dgm:presLayoutVars>
      </dgm:prSet>
      <dgm:spPr/>
    </dgm:pt>
    <dgm:pt modelId="{6D90744B-E750-4A4E-B357-EB256AB85F4F}" type="pres">
      <dgm:prSet presAssocID="{30A9A0AC-1E31-4EAB-8FC7-32DA23E170B2}" presName="sibTrans" presStyleCnt="0"/>
      <dgm:spPr/>
    </dgm:pt>
    <dgm:pt modelId="{FE143458-1138-436E-A723-647D41E49319}" type="pres">
      <dgm:prSet presAssocID="{B18BFD32-BED1-471F-A77F-595F9E9E340B}" presName="compNode" presStyleCnt="0"/>
      <dgm:spPr/>
    </dgm:pt>
    <dgm:pt modelId="{E63F88B1-24CB-421F-BB55-8209AE5C14CE}" type="pres">
      <dgm:prSet presAssocID="{B18BFD32-BED1-471F-A77F-595F9E9E340B}" presName="iconBgRect" presStyleLbl="bgShp" presStyleIdx="2" presStyleCnt="3"/>
      <dgm:spPr/>
    </dgm:pt>
    <dgm:pt modelId="{D78F7228-8CEE-4F7B-AD21-B7046BF0EF35}" type="pres">
      <dgm:prSet presAssocID="{B18BFD32-BED1-471F-A77F-595F9E9E340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3D628044-F3EB-49B0-A2AC-58CF9BA0E2D5}" type="pres">
      <dgm:prSet presAssocID="{B18BFD32-BED1-471F-A77F-595F9E9E340B}" presName="spaceRect" presStyleCnt="0"/>
      <dgm:spPr/>
    </dgm:pt>
    <dgm:pt modelId="{D1051623-46A5-46F5-9761-D14860120383}" type="pres">
      <dgm:prSet presAssocID="{B18BFD32-BED1-471F-A77F-595F9E9E340B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859B9314-8692-4F15-971E-495D7C14B097}" srcId="{C5D08A9D-9F00-42C3-BA5A-4BBC28BA895E}" destId="{B18BFD32-BED1-471F-A77F-595F9E9E340B}" srcOrd="2" destOrd="0" parTransId="{16283D0C-6EA3-47B3-9D84-5FA0403485E2}" sibTransId="{115CC540-31B0-4ED9-AD1C-E33BD03F33F3}"/>
    <dgm:cxn modelId="{D7017E7D-DAA7-406A-86E8-38099876AC24}" srcId="{C5D08A9D-9F00-42C3-BA5A-4BBC28BA895E}" destId="{CC611BAB-06F7-46E9-806A-9861869E256D}" srcOrd="0" destOrd="0" parTransId="{9799003B-A0FB-45AC-A8DC-851E17DC4427}" sibTransId="{36C23E5B-0D68-4B88-9645-2CE25FCEE8CC}"/>
    <dgm:cxn modelId="{3DF6D880-7363-4CD3-A33D-8F83D6EDC0F8}" type="presOf" srcId="{C5D08A9D-9F00-42C3-BA5A-4BBC28BA895E}" destId="{3240ECFF-D682-49F4-8EF2-BA4C3B915A8F}" srcOrd="0" destOrd="0" presId="urn:microsoft.com/office/officeart/2018/5/layout/IconCircleLabelList"/>
    <dgm:cxn modelId="{97841F8D-68A6-4E37-A50F-F4E78CAEBEF1}" type="presOf" srcId="{CC611BAB-06F7-46E9-806A-9861869E256D}" destId="{3DE7A40E-4955-4D13-8C5F-3BA3EEC99BC7}" srcOrd="0" destOrd="0" presId="urn:microsoft.com/office/officeart/2018/5/layout/IconCircleLabelList"/>
    <dgm:cxn modelId="{66753496-E6DD-4AD5-ABB1-B16DA4BFF972}" type="presOf" srcId="{B18BFD32-BED1-471F-A77F-595F9E9E340B}" destId="{D1051623-46A5-46F5-9761-D14860120383}" srcOrd="0" destOrd="0" presId="urn:microsoft.com/office/officeart/2018/5/layout/IconCircleLabelList"/>
    <dgm:cxn modelId="{0671DFB2-4371-40A5-B2E9-B836E9DD6C93}" type="presOf" srcId="{42D8FD03-3561-43FE-9560-6B46E9AAC287}" destId="{94E8A4AC-4BEB-4C13-A598-869643562258}" srcOrd="0" destOrd="0" presId="urn:microsoft.com/office/officeart/2018/5/layout/IconCircleLabelList"/>
    <dgm:cxn modelId="{028218F3-9831-4341-9770-9C27271F7714}" srcId="{C5D08A9D-9F00-42C3-BA5A-4BBC28BA895E}" destId="{42D8FD03-3561-43FE-9560-6B46E9AAC287}" srcOrd="1" destOrd="0" parTransId="{CBC28891-3F1A-4FDE-9A05-2E5B7B139E9B}" sibTransId="{30A9A0AC-1E31-4EAB-8FC7-32DA23E170B2}"/>
    <dgm:cxn modelId="{DC2AD1F4-188E-4AF6-84B3-B65596EEE250}" type="presParOf" srcId="{3240ECFF-D682-49F4-8EF2-BA4C3B915A8F}" destId="{3B248F1A-5A54-44E0-8388-5BEBE0E819C4}" srcOrd="0" destOrd="0" presId="urn:microsoft.com/office/officeart/2018/5/layout/IconCircleLabelList"/>
    <dgm:cxn modelId="{412FA582-E33C-4FD9-9DB0-797013FA18AA}" type="presParOf" srcId="{3B248F1A-5A54-44E0-8388-5BEBE0E819C4}" destId="{FC5EE0E5-3751-474D-B75E-77D3CFCA9A51}" srcOrd="0" destOrd="0" presId="urn:microsoft.com/office/officeart/2018/5/layout/IconCircleLabelList"/>
    <dgm:cxn modelId="{65D837E9-22FA-428C-B41E-66DA1EA94A3D}" type="presParOf" srcId="{3B248F1A-5A54-44E0-8388-5BEBE0E819C4}" destId="{4B4F419F-6FCD-48CA-AF22-D8006DC1A505}" srcOrd="1" destOrd="0" presId="urn:microsoft.com/office/officeart/2018/5/layout/IconCircleLabelList"/>
    <dgm:cxn modelId="{B78C6EED-6235-4BDE-89DC-DCBBB995678C}" type="presParOf" srcId="{3B248F1A-5A54-44E0-8388-5BEBE0E819C4}" destId="{838D9A05-1500-469A-AEC5-4D462AA133A0}" srcOrd="2" destOrd="0" presId="urn:microsoft.com/office/officeart/2018/5/layout/IconCircleLabelList"/>
    <dgm:cxn modelId="{682B9242-7369-4CAA-9A0C-8C2679537B69}" type="presParOf" srcId="{3B248F1A-5A54-44E0-8388-5BEBE0E819C4}" destId="{3DE7A40E-4955-4D13-8C5F-3BA3EEC99BC7}" srcOrd="3" destOrd="0" presId="urn:microsoft.com/office/officeart/2018/5/layout/IconCircleLabelList"/>
    <dgm:cxn modelId="{A98F3638-7807-4801-BB7D-B930FCF455F6}" type="presParOf" srcId="{3240ECFF-D682-49F4-8EF2-BA4C3B915A8F}" destId="{EB8819E3-34A6-4DC4-8C07-32DFF9B89BD9}" srcOrd="1" destOrd="0" presId="urn:microsoft.com/office/officeart/2018/5/layout/IconCircleLabelList"/>
    <dgm:cxn modelId="{70C485E7-95F7-46EB-A6BC-F97729E902D7}" type="presParOf" srcId="{3240ECFF-D682-49F4-8EF2-BA4C3B915A8F}" destId="{8322C1EC-D3BD-413B-8657-E2124C2F3950}" srcOrd="2" destOrd="0" presId="urn:microsoft.com/office/officeart/2018/5/layout/IconCircleLabelList"/>
    <dgm:cxn modelId="{29F706AB-17AC-4098-A307-603DF667976E}" type="presParOf" srcId="{8322C1EC-D3BD-413B-8657-E2124C2F3950}" destId="{5E1FE91D-59F1-4DB4-833E-BDEBF8CB93DD}" srcOrd="0" destOrd="0" presId="urn:microsoft.com/office/officeart/2018/5/layout/IconCircleLabelList"/>
    <dgm:cxn modelId="{E338B077-6647-4508-9D2C-726D03EEC0EB}" type="presParOf" srcId="{8322C1EC-D3BD-413B-8657-E2124C2F3950}" destId="{3BA13A6A-A19B-4EFD-B00E-224E8D7EC7EA}" srcOrd="1" destOrd="0" presId="urn:microsoft.com/office/officeart/2018/5/layout/IconCircleLabelList"/>
    <dgm:cxn modelId="{E68D0909-D34E-4727-82A3-A18D3C5898AB}" type="presParOf" srcId="{8322C1EC-D3BD-413B-8657-E2124C2F3950}" destId="{C1A66037-F6D1-40F9-9108-3966204526F1}" srcOrd="2" destOrd="0" presId="urn:microsoft.com/office/officeart/2018/5/layout/IconCircleLabelList"/>
    <dgm:cxn modelId="{38C0E1F4-72CD-4098-9974-15A6B5B4446A}" type="presParOf" srcId="{8322C1EC-D3BD-413B-8657-E2124C2F3950}" destId="{94E8A4AC-4BEB-4C13-A598-869643562258}" srcOrd="3" destOrd="0" presId="urn:microsoft.com/office/officeart/2018/5/layout/IconCircleLabelList"/>
    <dgm:cxn modelId="{9AD2B1B6-FF73-40D6-ABD9-638757BB9B05}" type="presParOf" srcId="{3240ECFF-D682-49F4-8EF2-BA4C3B915A8F}" destId="{6D90744B-E750-4A4E-B357-EB256AB85F4F}" srcOrd="3" destOrd="0" presId="urn:microsoft.com/office/officeart/2018/5/layout/IconCircleLabelList"/>
    <dgm:cxn modelId="{DAE65938-C4EC-457C-B6D1-26C2637A184B}" type="presParOf" srcId="{3240ECFF-D682-49F4-8EF2-BA4C3B915A8F}" destId="{FE143458-1138-436E-A723-647D41E49319}" srcOrd="4" destOrd="0" presId="urn:microsoft.com/office/officeart/2018/5/layout/IconCircleLabelList"/>
    <dgm:cxn modelId="{7011FEE9-6EF8-43FE-A6C4-8688115D727B}" type="presParOf" srcId="{FE143458-1138-436E-A723-647D41E49319}" destId="{E63F88B1-24CB-421F-BB55-8209AE5C14CE}" srcOrd="0" destOrd="0" presId="urn:microsoft.com/office/officeart/2018/5/layout/IconCircleLabelList"/>
    <dgm:cxn modelId="{F633A5E3-F542-49C3-8E4F-45D3A5EC950F}" type="presParOf" srcId="{FE143458-1138-436E-A723-647D41E49319}" destId="{D78F7228-8CEE-4F7B-AD21-B7046BF0EF35}" srcOrd="1" destOrd="0" presId="urn:microsoft.com/office/officeart/2018/5/layout/IconCircleLabelList"/>
    <dgm:cxn modelId="{AB72D210-0167-42DD-B8E0-55097261563A}" type="presParOf" srcId="{FE143458-1138-436E-A723-647D41E49319}" destId="{3D628044-F3EB-49B0-A2AC-58CF9BA0E2D5}" srcOrd="2" destOrd="0" presId="urn:microsoft.com/office/officeart/2018/5/layout/IconCircleLabelList"/>
    <dgm:cxn modelId="{4ACB5C54-A5C9-4622-B9D5-99AEB2516565}" type="presParOf" srcId="{FE143458-1138-436E-A723-647D41E49319}" destId="{D1051623-46A5-46F5-9761-D1486012038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E68DDEF-FF6B-4EAF-857B-F9BB092B1B5D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C224C4CB-F1A2-4629-A3FF-7F6E3B021804}">
      <dgm:prSet/>
      <dgm:spPr/>
      <dgm:t>
        <a:bodyPr/>
        <a:lstStyle/>
        <a:p>
          <a:pPr>
            <a:defRPr cap="all"/>
          </a:pPr>
          <a:r>
            <a:rPr lang="en-US"/>
            <a:t>AIdriven chapter detection.</a:t>
          </a:r>
        </a:p>
      </dgm:t>
    </dgm:pt>
    <dgm:pt modelId="{5793E175-0887-4E0D-9F41-60FE362CFE5C}" type="parTrans" cxnId="{9178115B-1D77-4456-A389-1884BE1F4A72}">
      <dgm:prSet/>
      <dgm:spPr/>
      <dgm:t>
        <a:bodyPr/>
        <a:lstStyle/>
        <a:p>
          <a:endParaRPr lang="en-US"/>
        </a:p>
      </dgm:t>
    </dgm:pt>
    <dgm:pt modelId="{24CD79D4-A9D1-4B02-AD5E-3966C769E053}" type="sibTrans" cxnId="{9178115B-1D77-4456-A389-1884BE1F4A72}">
      <dgm:prSet/>
      <dgm:spPr/>
      <dgm:t>
        <a:bodyPr/>
        <a:lstStyle/>
        <a:p>
          <a:endParaRPr lang="en-US"/>
        </a:p>
      </dgm:t>
    </dgm:pt>
    <dgm:pt modelId="{39627670-6487-43D9-8CD6-C8AF4E2ABBC2}">
      <dgm:prSet/>
      <dgm:spPr/>
      <dgm:t>
        <a:bodyPr/>
        <a:lstStyle/>
        <a:p>
          <a:pPr>
            <a:defRPr cap="all"/>
          </a:pPr>
          <a:r>
            <a:rPr lang="en-US"/>
            <a:t>Easy upload and processing interface.</a:t>
          </a:r>
        </a:p>
      </dgm:t>
    </dgm:pt>
    <dgm:pt modelId="{AD5E86E8-6967-4CB3-ABF0-D30835A45CA1}" type="parTrans" cxnId="{915AEBE5-356A-4F03-95D8-A7F937992A6B}">
      <dgm:prSet/>
      <dgm:spPr/>
      <dgm:t>
        <a:bodyPr/>
        <a:lstStyle/>
        <a:p>
          <a:endParaRPr lang="en-US"/>
        </a:p>
      </dgm:t>
    </dgm:pt>
    <dgm:pt modelId="{9AEE8AFB-E192-4ABD-9924-A6C2333491F0}" type="sibTrans" cxnId="{915AEBE5-356A-4F03-95D8-A7F937992A6B}">
      <dgm:prSet/>
      <dgm:spPr/>
      <dgm:t>
        <a:bodyPr/>
        <a:lstStyle/>
        <a:p>
          <a:endParaRPr lang="en-US"/>
        </a:p>
      </dgm:t>
    </dgm:pt>
    <dgm:pt modelId="{AE88ECCA-A6EF-4FEE-BCA6-EC02258791AB}">
      <dgm:prSet/>
      <dgm:spPr/>
      <dgm:t>
        <a:bodyPr/>
        <a:lstStyle/>
        <a:p>
          <a:pPr>
            <a:defRPr cap="all"/>
          </a:pPr>
          <a:r>
            <a:rPr lang="en-US"/>
            <a:t>Editable chapter suggestions.</a:t>
          </a:r>
        </a:p>
      </dgm:t>
    </dgm:pt>
    <dgm:pt modelId="{D77FDA09-CA63-4981-A241-92798DE54B39}" type="parTrans" cxnId="{4CFC18C7-2FB6-4199-B245-59E78F9A8DE0}">
      <dgm:prSet/>
      <dgm:spPr/>
      <dgm:t>
        <a:bodyPr/>
        <a:lstStyle/>
        <a:p>
          <a:endParaRPr lang="en-US"/>
        </a:p>
      </dgm:t>
    </dgm:pt>
    <dgm:pt modelId="{3409E5F5-324D-4B46-9D77-1E646373C77C}" type="sibTrans" cxnId="{4CFC18C7-2FB6-4199-B245-59E78F9A8DE0}">
      <dgm:prSet/>
      <dgm:spPr/>
      <dgm:t>
        <a:bodyPr/>
        <a:lstStyle/>
        <a:p>
          <a:endParaRPr lang="en-US"/>
        </a:p>
      </dgm:t>
    </dgm:pt>
    <dgm:pt modelId="{8F841000-6A78-4318-BE33-A1562738F1C5}">
      <dgm:prSet/>
      <dgm:spPr/>
      <dgm:t>
        <a:bodyPr/>
        <a:lstStyle/>
        <a:p>
          <a:pPr>
            <a:defRPr cap="all"/>
          </a:pPr>
          <a:r>
            <a:rPr lang="en-US"/>
            <a:t>Integration potential for various industries.</a:t>
          </a:r>
        </a:p>
      </dgm:t>
    </dgm:pt>
    <dgm:pt modelId="{04CC3E96-8B95-4ECA-96E1-6DB05E5E00F9}" type="parTrans" cxnId="{5A7ADFBD-2190-4442-878B-F3B26BDEE227}">
      <dgm:prSet/>
      <dgm:spPr/>
      <dgm:t>
        <a:bodyPr/>
        <a:lstStyle/>
        <a:p>
          <a:endParaRPr lang="en-US"/>
        </a:p>
      </dgm:t>
    </dgm:pt>
    <dgm:pt modelId="{761675EE-70E3-4F4F-8BA5-A80859DCB0E6}" type="sibTrans" cxnId="{5A7ADFBD-2190-4442-878B-F3B26BDEE227}">
      <dgm:prSet/>
      <dgm:spPr/>
      <dgm:t>
        <a:bodyPr/>
        <a:lstStyle/>
        <a:p>
          <a:endParaRPr lang="en-US"/>
        </a:p>
      </dgm:t>
    </dgm:pt>
    <dgm:pt modelId="{A69E0D36-BD1B-4AA4-BBF0-CF725DA76FCA}" type="pres">
      <dgm:prSet presAssocID="{AE68DDEF-FF6B-4EAF-857B-F9BB092B1B5D}" presName="root" presStyleCnt="0">
        <dgm:presLayoutVars>
          <dgm:dir/>
          <dgm:resizeHandles val="exact"/>
        </dgm:presLayoutVars>
      </dgm:prSet>
      <dgm:spPr/>
    </dgm:pt>
    <dgm:pt modelId="{7AB35824-6393-42F4-BBCD-199BDA93AB9C}" type="pres">
      <dgm:prSet presAssocID="{C224C4CB-F1A2-4629-A3FF-7F6E3B021804}" presName="compNode" presStyleCnt="0"/>
      <dgm:spPr/>
    </dgm:pt>
    <dgm:pt modelId="{7742ED72-B7B6-4C44-8AFF-C8F05632C592}" type="pres">
      <dgm:prSet presAssocID="{C224C4CB-F1A2-4629-A3FF-7F6E3B021804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CDB99D43-8B33-48EB-979C-1B30A367F6EA}" type="pres">
      <dgm:prSet presAssocID="{C224C4CB-F1A2-4629-A3FF-7F6E3B02180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66BE053E-FB2C-4F74-BA90-AF5AA79AD3D2}" type="pres">
      <dgm:prSet presAssocID="{C224C4CB-F1A2-4629-A3FF-7F6E3B021804}" presName="spaceRect" presStyleCnt="0"/>
      <dgm:spPr/>
    </dgm:pt>
    <dgm:pt modelId="{95C64317-0B75-4DB3-926C-6A9656D85E94}" type="pres">
      <dgm:prSet presAssocID="{C224C4CB-F1A2-4629-A3FF-7F6E3B021804}" presName="textRect" presStyleLbl="revTx" presStyleIdx="0" presStyleCnt="4">
        <dgm:presLayoutVars>
          <dgm:chMax val="1"/>
          <dgm:chPref val="1"/>
        </dgm:presLayoutVars>
      </dgm:prSet>
      <dgm:spPr/>
    </dgm:pt>
    <dgm:pt modelId="{0734189E-C8B4-4F9A-862C-D3D7C2425A77}" type="pres">
      <dgm:prSet presAssocID="{24CD79D4-A9D1-4B02-AD5E-3966C769E053}" presName="sibTrans" presStyleCnt="0"/>
      <dgm:spPr/>
    </dgm:pt>
    <dgm:pt modelId="{9D177302-C882-447E-85DA-F42F2FE49371}" type="pres">
      <dgm:prSet presAssocID="{39627670-6487-43D9-8CD6-C8AF4E2ABBC2}" presName="compNode" presStyleCnt="0"/>
      <dgm:spPr/>
    </dgm:pt>
    <dgm:pt modelId="{832D04DF-D957-453D-9279-48DE2DCADF68}" type="pres">
      <dgm:prSet presAssocID="{39627670-6487-43D9-8CD6-C8AF4E2ABBC2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1C5FBC3C-F847-4397-8018-4C2E3CB59402}" type="pres">
      <dgm:prSet presAssocID="{39627670-6487-43D9-8CD6-C8AF4E2ABBC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B488E48B-8037-458E-8C52-03AE594C6280}" type="pres">
      <dgm:prSet presAssocID="{39627670-6487-43D9-8CD6-C8AF4E2ABBC2}" presName="spaceRect" presStyleCnt="0"/>
      <dgm:spPr/>
    </dgm:pt>
    <dgm:pt modelId="{03745675-F247-41AF-B77A-504EE600D22A}" type="pres">
      <dgm:prSet presAssocID="{39627670-6487-43D9-8CD6-C8AF4E2ABBC2}" presName="textRect" presStyleLbl="revTx" presStyleIdx="1" presStyleCnt="4">
        <dgm:presLayoutVars>
          <dgm:chMax val="1"/>
          <dgm:chPref val="1"/>
        </dgm:presLayoutVars>
      </dgm:prSet>
      <dgm:spPr/>
    </dgm:pt>
    <dgm:pt modelId="{FE936028-5F6B-426E-B4A9-14BD07DB325E}" type="pres">
      <dgm:prSet presAssocID="{9AEE8AFB-E192-4ABD-9924-A6C2333491F0}" presName="sibTrans" presStyleCnt="0"/>
      <dgm:spPr/>
    </dgm:pt>
    <dgm:pt modelId="{E4232480-4D1A-4B6C-BF62-B222646BFD3E}" type="pres">
      <dgm:prSet presAssocID="{AE88ECCA-A6EF-4FEE-BCA6-EC02258791AB}" presName="compNode" presStyleCnt="0"/>
      <dgm:spPr/>
    </dgm:pt>
    <dgm:pt modelId="{781353AF-F69E-4C1A-8611-43A735EC2644}" type="pres">
      <dgm:prSet presAssocID="{AE88ECCA-A6EF-4FEE-BCA6-EC02258791AB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23564D43-9E6F-40F5-AF90-81328F50E39F}" type="pres">
      <dgm:prSet presAssocID="{AE88ECCA-A6EF-4FEE-BCA6-EC02258791A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ncil"/>
        </a:ext>
      </dgm:extLst>
    </dgm:pt>
    <dgm:pt modelId="{7578B9DB-8D9B-4911-8B46-6D226C0836BF}" type="pres">
      <dgm:prSet presAssocID="{AE88ECCA-A6EF-4FEE-BCA6-EC02258791AB}" presName="spaceRect" presStyleCnt="0"/>
      <dgm:spPr/>
    </dgm:pt>
    <dgm:pt modelId="{B4012A88-7126-4740-9D1D-3294B9B86B9E}" type="pres">
      <dgm:prSet presAssocID="{AE88ECCA-A6EF-4FEE-BCA6-EC02258791AB}" presName="textRect" presStyleLbl="revTx" presStyleIdx="2" presStyleCnt="4">
        <dgm:presLayoutVars>
          <dgm:chMax val="1"/>
          <dgm:chPref val="1"/>
        </dgm:presLayoutVars>
      </dgm:prSet>
      <dgm:spPr/>
    </dgm:pt>
    <dgm:pt modelId="{1C86EA60-21CD-4CBE-A6CF-3D120B09A7A6}" type="pres">
      <dgm:prSet presAssocID="{3409E5F5-324D-4B46-9D77-1E646373C77C}" presName="sibTrans" presStyleCnt="0"/>
      <dgm:spPr/>
    </dgm:pt>
    <dgm:pt modelId="{140D405D-369B-4FCB-A516-00364EE543C7}" type="pres">
      <dgm:prSet presAssocID="{8F841000-6A78-4318-BE33-A1562738F1C5}" presName="compNode" presStyleCnt="0"/>
      <dgm:spPr/>
    </dgm:pt>
    <dgm:pt modelId="{39426A19-DB76-4F2D-A7A6-B883289271A5}" type="pres">
      <dgm:prSet presAssocID="{8F841000-6A78-4318-BE33-A1562738F1C5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CE00B6EF-4C35-42D3-B342-7159448983F7}" type="pres">
      <dgm:prSet presAssocID="{8F841000-6A78-4318-BE33-A1562738F1C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ctory"/>
        </a:ext>
      </dgm:extLst>
    </dgm:pt>
    <dgm:pt modelId="{72E666C0-CC93-4A50-81DD-9EBBA7926353}" type="pres">
      <dgm:prSet presAssocID="{8F841000-6A78-4318-BE33-A1562738F1C5}" presName="spaceRect" presStyleCnt="0"/>
      <dgm:spPr/>
    </dgm:pt>
    <dgm:pt modelId="{50EFFAF1-C139-4220-8D68-ED3A60353453}" type="pres">
      <dgm:prSet presAssocID="{8F841000-6A78-4318-BE33-A1562738F1C5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62CA337-88E8-4DEB-B9ED-24284F0D7161}" type="presOf" srcId="{AE68DDEF-FF6B-4EAF-857B-F9BB092B1B5D}" destId="{A69E0D36-BD1B-4AA4-BBF0-CF725DA76FCA}" srcOrd="0" destOrd="0" presId="urn:microsoft.com/office/officeart/2018/5/layout/IconLeafLabelList"/>
    <dgm:cxn modelId="{9178115B-1D77-4456-A389-1884BE1F4A72}" srcId="{AE68DDEF-FF6B-4EAF-857B-F9BB092B1B5D}" destId="{C224C4CB-F1A2-4629-A3FF-7F6E3B021804}" srcOrd="0" destOrd="0" parTransId="{5793E175-0887-4E0D-9F41-60FE362CFE5C}" sibTransId="{24CD79D4-A9D1-4B02-AD5E-3966C769E053}"/>
    <dgm:cxn modelId="{64976076-3597-43E6-9239-2F594B8891D6}" type="presOf" srcId="{8F841000-6A78-4318-BE33-A1562738F1C5}" destId="{50EFFAF1-C139-4220-8D68-ED3A60353453}" srcOrd="0" destOrd="0" presId="urn:microsoft.com/office/officeart/2018/5/layout/IconLeafLabelList"/>
    <dgm:cxn modelId="{5A7ADFBD-2190-4442-878B-F3B26BDEE227}" srcId="{AE68DDEF-FF6B-4EAF-857B-F9BB092B1B5D}" destId="{8F841000-6A78-4318-BE33-A1562738F1C5}" srcOrd="3" destOrd="0" parTransId="{04CC3E96-8B95-4ECA-96E1-6DB05E5E00F9}" sibTransId="{761675EE-70E3-4F4F-8BA5-A80859DCB0E6}"/>
    <dgm:cxn modelId="{4CFC18C7-2FB6-4199-B245-59E78F9A8DE0}" srcId="{AE68DDEF-FF6B-4EAF-857B-F9BB092B1B5D}" destId="{AE88ECCA-A6EF-4FEE-BCA6-EC02258791AB}" srcOrd="2" destOrd="0" parTransId="{D77FDA09-CA63-4981-A241-92798DE54B39}" sibTransId="{3409E5F5-324D-4B46-9D77-1E646373C77C}"/>
    <dgm:cxn modelId="{616063CF-7886-423D-8467-191353B7147C}" type="presOf" srcId="{AE88ECCA-A6EF-4FEE-BCA6-EC02258791AB}" destId="{B4012A88-7126-4740-9D1D-3294B9B86B9E}" srcOrd="0" destOrd="0" presId="urn:microsoft.com/office/officeart/2018/5/layout/IconLeafLabelList"/>
    <dgm:cxn modelId="{2F6AA8DB-023C-4345-9F7F-439BE810003B}" type="presOf" srcId="{C224C4CB-F1A2-4629-A3FF-7F6E3B021804}" destId="{95C64317-0B75-4DB3-926C-6A9656D85E94}" srcOrd="0" destOrd="0" presId="urn:microsoft.com/office/officeart/2018/5/layout/IconLeafLabelList"/>
    <dgm:cxn modelId="{915AEBE5-356A-4F03-95D8-A7F937992A6B}" srcId="{AE68DDEF-FF6B-4EAF-857B-F9BB092B1B5D}" destId="{39627670-6487-43D9-8CD6-C8AF4E2ABBC2}" srcOrd="1" destOrd="0" parTransId="{AD5E86E8-6967-4CB3-ABF0-D30835A45CA1}" sibTransId="{9AEE8AFB-E192-4ABD-9924-A6C2333491F0}"/>
    <dgm:cxn modelId="{C23DE1EB-5700-43FC-85EB-B0C5A67A8F0E}" type="presOf" srcId="{39627670-6487-43D9-8CD6-C8AF4E2ABBC2}" destId="{03745675-F247-41AF-B77A-504EE600D22A}" srcOrd="0" destOrd="0" presId="urn:microsoft.com/office/officeart/2018/5/layout/IconLeafLabelList"/>
    <dgm:cxn modelId="{2D9EF57C-9733-4436-922C-9D86B6695BCA}" type="presParOf" srcId="{A69E0D36-BD1B-4AA4-BBF0-CF725DA76FCA}" destId="{7AB35824-6393-42F4-BBCD-199BDA93AB9C}" srcOrd="0" destOrd="0" presId="urn:microsoft.com/office/officeart/2018/5/layout/IconLeafLabelList"/>
    <dgm:cxn modelId="{F4BA12CF-BF15-4AB8-B836-A619FB5F097F}" type="presParOf" srcId="{7AB35824-6393-42F4-BBCD-199BDA93AB9C}" destId="{7742ED72-B7B6-4C44-8AFF-C8F05632C592}" srcOrd="0" destOrd="0" presId="urn:microsoft.com/office/officeart/2018/5/layout/IconLeafLabelList"/>
    <dgm:cxn modelId="{FFDF181C-5E26-475B-B4DC-E0586F10988C}" type="presParOf" srcId="{7AB35824-6393-42F4-BBCD-199BDA93AB9C}" destId="{CDB99D43-8B33-48EB-979C-1B30A367F6EA}" srcOrd="1" destOrd="0" presId="urn:microsoft.com/office/officeart/2018/5/layout/IconLeafLabelList"/>
    <dgm:cxn modelId="{084E4F8F-75CE-407A-8198-BBA0F6A82112}" type="presParOf" srcId="{7AB35824-6393-42F4-BBCD-199BDA93AB9C}" destId="{66BE053E-FB2C-4F74-BA90-AF5AA79AD3D2}" srcOrd="2" destOrd="0" presId="urn:microsoft.com/office/officeart/2018/5/layout/IconLeafLabelList"/>
    <dgm:cxn modelId="{4D6E5306-EF7E-4D86-91AF-87BFC102423E}" type="presParOf" srcId="{7AB35824-6393-42F4-BBCD-199BDA93AB9C}" destId="{95C64317-0B75-4DB3-926C-6A9656D85E94}" srcOrd="3" destOrd="0" presId="urn:microsoft.com/office/officeart/2018/5/layout/IconLeafLabelList"/>
    <dgm:cxn modelId="{60D8E844-B0E4-41BA-9F5D-80BC0C591809}" type="presParOf" srcId="{A69E0D36-BD1B-4AA4-BBF0-CF725DA76FCA}" destId="{0734189E-C8B4-4F9A-862C-D3D7C2425A77}" srcOrd="1" destOrd="0" presId="urn:microsoft.com/office/officeart/2018/5/layout/IconLeafLabelList"/>
    <dgm:cxn modelId="{53682274-4108-4BFA-9AF2-76408C5DFF30}" type="presParOf" srcId="{A69E0D36-BD1B-4AA4-BBF0-CF725DA76FCA}" destId="{9D177302-C882-447E-85DA-F42F2FE49371}" srcOrd="2" destOrd="0" presId="urn:microsoft.com/office/officeart/2018/5/layout/IconLeafLabelList"/>
    <dgm:cxn modelId="{FF12A7BD-764D-4BB9-8972-DBAF0291638C}" type="presParOf" srcId="{9D177302-C882-447E-85DA-F42F2FE49371}" destId="{832D04DF-D957-453D-9279-48DE2DCADF68}" srcOrd="0" destOrd="0" presId="urn:microsoft.com/office/officeart/2018/5/layout/IconLeafLabelList"/>
    <dgm:cxn modelId="{B15141D2-B7DD-40F2-80F2-BED3354C256C}" type="presParOf" srcId="{9D177302-C882-447E-85DA-F42F2FE49371}" destId="{1C5FBC3C-F847-4397-8018-4C2E3CB59402}" srcOrd="1" destOrd="0" presId="urn:microsoft.com/office/officeart/2018/5/layout/IconLeafLabelList"/>
    <dgm:cxn modelId="{45A91CBC-5872-4293-B603-532EB2E2FA5E}" type="presParOf" srcId="{9D177302-C882-447E-85DA-F42F2FE49371}" destId="{B488E48B-8037-458E-8C52-03AE594C6280}" srcOrd="2" destOrd="0" presId="urn:microsoft.com/office/officeart/2018/5/layout/IconLeafLabelList"/>
    <dgm:cxn modelId="{5327F0C6-51DF-4857-A19D-6406F9F5A610}" type="presParOf" srcId="{9D177302-C882-447E-85DA-F42F2FE49371}" destId="{03745675-F247-41AF-B77A-504EE600D22A}" srcOrd="3" destOrd="0" presId="urn:microsoft.com/office/officeart/2018/5/layout/IconLeafLabelList"/>
    <dgm:cxn modelId="{AEA33444-3CB1-4949-A238-FF18EB944CEC}" type="presParOf" srcId="{A69E0D36-BD1B-4AA4-BBF0-CF725DA76FCA}" destId="{FE936028-5F6B-426E-B4A9-14BD07DB325E}" srcOrd="3" destOrd="0" presId="urn:microsoft.com/office/officeart/2018/5/layout/IconLeafLabelList"/>
    <dgm:cxn modelId="{DE8726F1-A0F6-455A-A319-E36402BD34AF}" type="presParOf" srcId="{A69E0D36-BD1B-4AA4-BBF0-CF725DA76FCA}" destId="{E4232480-4D1A-4B6C-BF62-B222646BFD3E}" srcOrd="4" destOrd="0" presId="urn:microsoft.com/office/officeart/2018/5/layout/IconLeafLabelList"/>
    <dgm:cxn modelId="{C6F04DC5-64D7-4D6F-9247-168A2C50385D}" type="presParOf" srcId="{E4232480-4D1A-4B6C-BF62-B222646BFD3E}" destId="{781353AF-F69E-4C1A-8611-43A735EC2644}" srcOrd="0" destOrd="0" presId="urn:microsoft.com/office/officeart/2018/5/layout/IconLeafLabelList"/>
    <dgm:cxn modelId="{E01CC56E-606C-470F-81EF-33F7CBBA12B6}" type="presParOf" srcId="{E4232480-4D1A-4B6C-BF62-B222646BFD3E}" destId="{23564D43-9E6F-40F5-AF90-81328F50E39F}" srcOrd="1" destOrd="0" presId="urn:microsoft.com/office/officeart/2018/5/layout/IconLeafLabelList"/>
    <dgm:cxn modelId="{BE81DD11-CFEA-4A26-A454-D5394FB3EFE6}" type="presParOf" srcId="{E4232480-4D1A-4B6C-BF62-B222646BFD3E}" destId="{7578B9DB-8D9B-4911-8B46-6D226C0836BF}" srcOrd="2" destOrd="0" presId="urn:microsoft.com/office/officeart/2018/5/layout/IconLeafLabelList"/>
    <dgm:cxn modelId="{7886B3E6-6500-4ED0-8049-3D8DC4AAE27E}" type="presParOf" srcId="{E4232480-4D1A-4B6C-BF62-B222646BFD3E}" destId="{B4012A88-7126-4740-9D1D-3294B9B86B9E}" srcOrd="3" destOrd="0" presId="urn:microsoft.com/office/officeart/2018/5/layout/IconLeafLabelList"/>
    <dgm:cxn modelId="{40BCF0A4-F14B-450E-8747-F18AFD330771}" type="presParOf" srcId="{A69E0D36-BD1B-4AA4-BBF0-CF725DA76FCA}" destId="{1C86EA60-21CD-4CBE-A6CF-3D120B09A7A6}" srcOrd="5" destOrd="0" presId="urn:microsoft.com/office/officeart/2018/5/layout/IconLeafLabelList"/>
    <dgm:cxn modelId="{2E9D242E-62D6-4E20-BE35-97B7901E1512}" type="presParOf" srcId="{A69E0D36-BD1B-4AA4-BBF0-CF725DA76FCA}" destId="{140D405D-369B-4FCB-A516-00364EE543C7}" srcOrd="6" destOrd="0" presId="urn:microsoft.com/office/officeart/2018/5/layout/IconLeafLabelList"/>
    <dgm:cxn modelId="{0491D67B-46FE-4F31-9A2B-96914A5A069F}" type="presParOf" srcId="{140D405D-369B-4FCB-A516-00364EE543C7}" destId="{39426A19-DB76-4F2D-A7A6-B883289271A5}" srcOrd="0" destOrd="0" presId="urn:microsoft.com/office/officeart/2018/5/layout/IconLeafLabelList"/>
    <dgm:cxn modelId="{6E336FE5-22B3-4260-8B41-28F2344D4602}" type="presParOf" srcId="{140D405D-369B-4FCB-A516-00364EE543C7}" destId="{CE00B6EF-4C35-42D3-B342-7159448983F7}" srcOrd="1" destOrd="0" presId="urn:microsoft.com/office/officeart/2018/5/layout/IconLeafLabelList"/>
    <dgm:cxn modelId="{0C4A6C3F-F3EF-4AF8-B235-3D4D11F66875}" type="presParOf" srcId="{140D405D-369B-4FCB-A516-00364EE543C7}" destId="{72E666C0-CC93-4A50-81DD-9EBBA7926353}" srcOrd="2" destOrd="0" presId="urn:microsoft.com/office/officeart/2018/5/layout/IconLeafLabelList"/>
    <dgm:cxn modelId="{06FD5DED-E8F1-47EC-8FBD-70F7AB9E07F9}" type="presParOf" srcId="{140D405D-369B-4FCB-A516-00364EE543C7}" destId="{50EFFAF1-C139-4220-8D68-ED3A60353453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9D62AA0-8C2A-4676-BF49-0AADA00CC8CA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71EEB98-D74F-4B18-A3EA-6FEB2755BF66}">
      <dgm:prSet/>
      <dgm:spPr/>
      <dgm:t>
        <a:bodyPr/>
        <a:lstStyle/>
        <a:p>
          <a:r>
            <a:rPr lang="en-US"/>
            <a:t>1. Upload video.</a:t>
          </a:r>
        </a:p>
      </dgm:t>
    </dgm:pt>
    <dgm:pt modelId="{C3C7112F-5483-4681-9F3C-BD48F0CCAC19}" type="parTrans" cxnId="{8421395B-9EDE-49C2-ACFA-0EBD39276294}">
      <dgm:prSet/>
      <dgm:spPr/>
      <dgm:t>
        <a:bodyPr/>
        <a:lstStyle/>
        <a:p>
          <a:endParaRPr lang="en-US"/>
        </a:p>
      </dgm:t>
    </dgm:pt>
    <dgm:pt modelId="{AFE7B3FF-0EF1-4618-A4A5-5355EE8F1CED}" type="sibTrans" cxnId="{8421395B-9EDE-49C2-ACFA-0EBD39276294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6DEAE29B-3F70-4C4D-8B63-BAC3B15F376E}">
      <dgm:prSet/>
      <dgm:spPr/>
      <dgm:t>
        <a:bodyPr/>
        <a:lstStyle/>
        <a:p>
          <a:r>
            <a:rPr lang="en-US"/>
            <a:t>2. AI processes and detects key moments.</a:t>
          </a:r>
        </a:p>
      </dgm:t>
    </dgm:pt>
    <dgm:pt modelId="{8632B412-0056-4149-9F60-A4846B36C4CE}" type="parTrans" cxnId="{598534C3-D4A5-4088-B777-BEE526B50F98}">
      <dgm:prSet/>
      <dgm:spPr/>
      <dgm:t>
        <a:bodyPr/>
        <a:lstStyle/>
        <a:p>
          <a:endParaRPr lang="en-US"/>
        </a:p>
      </dgm:t>
    </dgm:pt>
    <dgm:pt modelId="{2EAE9C40-C412-4F45-A5BC-7B8B71F78369}" type="sibTrans" cxnId="{598534C3-D4A5-4088-B777-BEE526B50F98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EBFCDE3A-C5E2-4AF2-92FD-EBFA07811EC0}">
      <dgm:prSet/>
      <dgm:spPr/>
      <dgm:t>
        <a:bodyPr/>
        <a:lstStyle/>
        <a:p>
          <a:r>
            <a:rPr lang="en-US"/>
            <a:t>3. Chapters are generated and displayed.</a:t>
          </a:r>
        </a:p>
      </dgm:t>
    </dgm:pt>
    <dgm:pt modelId="{ACDA5193-B7F6-423E-8397-6CDA54912FAC}" type="parTrans" cxnId="{D1B7685B-B3F8-4F5F-8531-8FE35E6BFFCB}">
      <dgm:prSet/>
      <dgm:spPr/>
      <dgm:t>
        <a:bodyPr/>
        <a:lstStyle/>
        <a:p>
          <a:endParaRPr lang="en-US"/>
        </a:p>
      </dgm:t>
    </dgm:pt>
    <dgm:pt modelId="{6581DDA3-C30F-4025-87DE-B3A36A25A32C}" type="sibTrans" cxnId="{D1B7685B-B3F8-4F5F-8531-8FE35E6BFFCB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D2778C70-7372-410A-A15C-2361810A3DA7}">
      <dgm:prSet/>
      <dgm:spPr/>
      <dgm:t>
        <a:bodyPr/>
        <a:lstStyle/>
        <a:p>
          <a:r>
            <a:rPr lang="en-US"/>
            <a:t>4. Users can edit/refine the output.</a:t>
          </a:r>
        </a:p>
      </dgm:t>
    </dgm:pt>
    <dgm:pt modelId="{2A23C2F2-1FE0-49D5-B42C-1BBD591B6A3C}" type="parTrans" cxnId="{2B178CE5-3CDF-4C43-9179-DF71817882E5}">
      <dgm:prSet/>
      <dgm:spPr/>
      <dgm:t>
        <a:bodyPr/>
        <a:lstStyle/>
        <a:p>
          <a:endParaRPr lang="en-US"/>
        </a:p>
      </dgm:t>
    </dgm:pt>
    <dgm:pt modelId="{6B062987-DE13-4749-ACEF-D0421FE063C9}" type="sibTrans" cxnId="{2B178CE5-3CDF-4C43-9179-DF71817882E5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D455F8B0-4821-4704-BD13-20F0601891D1}">
      <dgm:prSet/>
      <dgm:spPr/>
      <dgm:t>
        <a:bodyPr/>
        <a:lstStyle/>
        <a:p>
          <a:r>
            <a:rPr lang="en-US"/>
            <a:t>5. Export or share the chaptered video.</a:t>
          </a:r>
        </a:p>
      </dgm:t>
    </dgm:pt>
    <dgm:pt modelId="{4CBBE107-74CA-4EE0-A19C-B90E966BAEAE}" type="parTrans" cxnId="{B37C2B74-DE27-4CD7-B6F4-1145334FB790}">
      <dgm:prSet/>
      <dgm:spPr/>
      <dgm:t>
        <a:bodyPr/>
        <a:lstStyle/>
        <a:p>
          <a:endParaRPr lang="en-US"/>
        </a:p>
      </dgm:t>
    </dgm:pt>
    <dgm:pt modelId="{2FDE49A1-AF4F-4300-8721-C38D8D8826E3}" type="sibTrans" cxnId="{B37C2B74-DE27-4CD7-B6F4-1145334FB790}">
      <dgm:prSet phldrT="5" phldr="0"/>
      <dgm:spPr/>
      <dgm:t>
        <a:bodyPr/>
        <a:lstStyle/>
        <a:p>
          <a:r>
            <a:rPr lang="en-US"/>
            <a:t>5</a:t>
          </a:r>
        </a:p>
      </dgm:t>
    </dgm:pt>
    <dgm:pt modelId="{A04FB609-FC0A-4075-9657-C0093B37C7B0}" type="pres">
      <dgm:prSet presAssocID="{09D62AA0-8C2A-4676-BF49-0AADA00CC8CA}" presName="Name0" presStyleCnt="0">
        <dgm:presLayoutVars>
          <dgm:animLvl val="lvl"/>
          <dgm:resizeHandles val="exact"/>
        </dgm:presLayoutVars>
      </dgm:prSet>
      <dgm:spPr/>
    </dgm:pt>
    <dgm:pt modelId="{17C0E696-CD51-428E-8AC5-E695F4478330}" type="pres">
      <dgm:prSet presAssocID="{571EEB98-D74F-4B18-A3EA-6FEB2755BF66}" presName="compositeNode" presStyleCnt="0">
        <dgm:presLayoutVars>
          <dgm:bulletEnabled val="1"/>
        </dgm:presLayoutVars>
      </dgm:prSet>
      <dgm:spPr/>
    </dgm:pt>
    <dgm:pt modelId="{73B6D95E-221A-49BC-9DF5-228A14BDA20F}" type="pres">
      <dgm:prSet presAssocID="{571EEB98-D74F-4B18-A3EA-6FEB2755BF66}" presName="bgRect" presStyleLbl="bgAccFollowNode1" presStyleIdx="0" presStyleCnt="5"/>
      <dgm:spPr/>
    </dgm:pt>
    <dgm:pt modelId="{A5FC5F31-2D4D-4B21-9D9E-EC1388B5E9E7}" type="pres">
      <dgm:prSet presAssocID="{AFE7B3FF-0EF1-4618-A4A5-5355EE8F1CED}" presName="sibTransNodeCircle" presStyleLbl="alignNode1" presStyleIdx="0" presStyleCnt="10">
        <dgm:presLayoutVars>
          <dgm:chMax val="0"/>
          <dgm:bulletEnabled/>
        </dgm:presLayoutVars>
      </dgm:prSet>
      <dgm:spPr/>
    </dgm:pt>
    <dgm:pt modelId="{A53200DF-5A68-47C4-A4A1-F29866363FB3}" type="pres">
      <dgm:prSet presAssocID="{571EEB98-D74F-4B18-A3EA-6FEB2755BF66}" presName="bottomLine" presStyleLbl="alignNode1" presStyleIdx="1" presStyleCnt="10">
        <dgm:presLayoutVars/>
      </dgm:prSet>
      <dgm:spPr/>
    </dgm:pt>
    <dgm:pt modelId="{3BEDF6EB-25FD-4E4E-8FF5-40B4BCC9B8A9}" type="pres">
      <dgm:prSet presAssocID="{571EEB98-D74F-4B18-A3EA-6FEB2755BF66}" presName="nodeText" presStyleLbl="bgAccFollowNode1" presStyleIdx="0" presStyleCnt="5">
        <dgm:presLayoutVars>
          <dgm:bulletEnabled val="1"/>
        </dgm:presLayoutVars>
      </dgm:prSet>
      <dgm:spPr/>
    </dgm:pt>
    <dgm:pt modelId="{6A6EDBFE-E4EB-4655-99C4-BBE964DA1228}" type="pres">
      <dgm:prSet presAssocID="{AFE7B3FF-0EF1-4618-A4A5-5355EE8F1CED}" presName="sibTrans" presStyleCnt="0"/>
      <dgm:spPr/>
    </dgm:pt>
    <dgm:pt modelId="{A4CC9291-63B3-4B31-B58C-B60C4FA78A46}" type="pres">
      <dgm:prSet presAssocID="{6DEAE29B-3F70-4C4D-8B63-BAC3B15F376E}" presName="compositeNode" presStyleCnt="0">
        <dgm:presLayoutVars>
          <dgm:bulletEnabled val="1"/>
        </dgm:presLayoutVars>
      </dgm:prSet>
      <dgm:spPr/>
    </dgm:pt>
    <dgm:pt modelId="{8D29C264-FC44-4A61-BD80-58A51C966967}" type="pres">
      <dgm:prSet presAssocID="{6DEAE29B-3F70-4C4D-8B63-BAC3B15F376E}" presName="bgRect" presStyleLbl="bgAccFollowNode1" presStyleIdx="1" presStyleCnt="5"/>
      <dgm:spPr/>
    </dgm:pt>
    <dgm:pt modelId="{7DEE11E0-4F87-4AA7-BEA3-8105F44CB760}" type="pres">
      <dgm:prSet presAssocID="{2EAE9C40-C412-4F45-A5BC-7B8B71F78369}" presName="sibTransNodeCircle" presStyleLbl="alignNode1" presStyleIdx="2" presStyleCnt="10">
        <dgm:presLayoutVars>
          <dgm:chMax val="0"/>
          <dgm:bulletEnabled/>
        </dgm:presLayoutVars>
      </dgm:prSet>
      <dgm:spPr/>
    </dgm:pt>
    <dgm:pt modelId="{E60B96C7-63A9-4683-9CD6-CDF085DFD699}" type="pres">
      <dgm:prSet presAssocID="{6DEAE29B-3F70-4C4D-8B63-BAC3B15F376E}" presName="bottomLine" presStyleLbl="alignNode1" presStyleIdx="3" presStyleCnt="10">
        <dgm:presLayoutVars/>
      </dgm:prSet>
      <dgm:spPr/>
    </dgm:pt>
    <dgm:pt modelId="{B047314F-3C2A-4518-8B49-95FAB97178A5}" type="pres">
      <dgm:prSet presAssocID="{6DEAE29B-3F70-4C4D-8B63-BAC3B15F376E}" presName="nodeText" presStyleLbl="bgAccFollowNode1" presStyleIdx="1" presStyleCnt="5">
        <dgm:presLayoutVars>
          <dgm:bulletEnabled val="1"/>
        </dgm:presLayoutVars>
      </dgm:prSet>
      <dgm:spPr/>
    </dgm:pt>
    <dgm:pt modelId="{12517BCD-42E8-4581-834F-7B5CF5189535}" type="pres">
      <dgm:prSet presAssocID="{2EAE9C40-C412-4F45-A5BC-7B8B71F78369}" presName="sibTrans" presStyleCnt="0"/>
      <dgm:spPr/>
    </dgm:pt>
    <dgm:pt modelId="{8CC4A4C4-D865-4854-812A-4F6CF6E84B88}" type="pres">
      <dgm:prSet presAssocID="{EBFCDE3A-C5E2-4AF2-92FD-EBFA07811EC0}" presName="compositeNode" presStyleCnt="0">
        <dgm:presLayoutVars>
          <dgm:bulletEnabled val="1"/>
        </dgm:presLayoutVars>
      </dgm:prSet>
      <dgm:spPr/>
    </dgm:pt>
    <dgm:pt modelId="{B1E023FF-D6C5-41E4-8665-AEED541407B1}" type="pres">
      <dgm:prSet presAssocID="{EBFCDE3A-C5E2-4AF2-92FD-EBFA07811EC0}" presName="bgRect" presStyleLbl="bgAccFollowNode1" presStyleIdx="2" presStyleCnt="5"/>
      <dgm:spPr/>
    </dgm:pt>
    <dgm:pt modelId="{5E89A9AF-F904-4253-A43F-C75ED36CEC48}" type="pres">
      <dgm:prSet presAssocID="{6581DDA3-C30F-4025-87DE-B3A36A25A32C}" presName="sibTransNodeCircle" presStyleLbl="alignNode1" presStyleIdx="4" presStyleCnt="10">
        <dgm:presLayoutVars>
          <dgm:chMax val="0"/>
          <dgm:bulletEnabled/>
        </dgm:presLayoutVars>
      </dgm:prSet>
      <dgm:spPr/>
    </dgm:pt>
    <dgm:pt modelId="{85E67EE0-A223-4D45-95AA-8B6C9D6B28FA}" type="pres">
      <dgm:prSet presAssocID="{EBFCDE3A-C5E2-4AF2-92FD-EBFA07811EC0}" presName="bottomLine" presStyleLbl="alignNode1" presStyleIdx="5" presStyleCnt="10">
        <dgm:presLayoutVars/>
      </dgm:prSet>
      <dgm:spPr/>
    </dgm:pt>
    <dgm:pt modelId="{4F48C667-D12F-43B8-A29D-356FBCB7AAAC}" type="pres">
      <dgm:prSet presAssocID="{EBFCDE3A-C5E2-4AF2-92FD-EBFA07811EC0}" presName="nodeText" presStyleLbl="bgAccFollowNode1" presStyleIdx="2" presStyleCnt="5">
        <dgm:presLayoutVars>
          <dgm:bulletEnabled val="1"/>
        </dgm:presLayoutVars>
      </dgm:prSet>
      <dgm:spPr/>
    </dgm:pt>
    <dgm:pt modelId="{6BA2C619-FA68-417A-8829-BC4E7F7F1CB9}" type="pres">
      <dgm:prSet presAssocID="{6581DDA3-C30F-4025-87DE-B3A36A25A32C}" presName="sibTrans" presStyleCnt="0"/>
      <dgm:spPr/>
    </dgm:pt>
    <dgm:pt modelId="{5ACFED6B-1523-4F9F-8A0F-9CA87E8347A5}" type="pres">
      <dgm:prSet presAssocID="{D2778C70-7372-410A-A15C-2361810A3DA7}" presName="compositeNode" presStyleCnt="0">
        <dgm:presLayoutVars>
          <dgm:bulletEnabled val="1"/>
        </dgm:presLayoutVars>
      </dgm:prSet>
      <dgm:spPr/>
    </dgm:pt>
    <dgm:pt modelId="{82482F80-5F09-43E0-9656-E7D45D88BD9F}" type="pres">
      <dgm:prSet presAssocID="{D2778C70-7372-410A-A15C-2361810A3DA7}" presName="bgRect" presStyleLbl="bgAccFollowNode1" presStyleIdx="3" presStyleCnt="5"/>
      <dgm:spPr/>
    </dgm:pt>
    <dgm:pt modelId="{E627E862-8F90-4CFC-87E9-BDA0D438E59B}" type="pres">
      <dgm:prSet presAssocID="{6B062987-DE13-4749-ACEF-D0421FE063C9}" presName="sibTransNodeCircle" presStyleLbl="alignNode1" presStyleIdx="6" presStyleCnt="10">
        <dgm:presLayoutVars>
          <dgm:chMax val="0"/>
          <dgm:bulletEnabled/>
        </dgm:presLayoutVars>
      </dgm:prSet>
      <dgm:spPr/>
    </dgm:pt>
    <dgm:pt modelId="{AB1F2F70-6E61-4A68-A8C6-0580B17A6472}" type="pres">
      <dgm:prSet presAssocID="{D2778C70-7372-410A-A15C-2361810A3DA7}" presName="bottomLine" presStyleLbl="alignNode1" presStyleIdx="7" presStyleCnt="10">
        <dgm:presLayoutVars/>
      </dgm:prSet>
      <dgm:spPr/>
    </dgm:pt>
    <dgm:pt modelId="{D97E2324-BED8-4929-93D5-297823DB1E5B}" type="pres">
      <dgm:prSet presAssocID="{D2778C70-7372-410A-A15C-2361810A3DA7}" presName="nodeText" presStyleLbl="bgAccFollowNode1" presStyleIdx="3" presStyleCnt="5">
        <dgm:presLayoutVars>
          <dgm:bulletEnabled val="1"/>
        </dgm:presLayoutVars>
      </dgm:prSet>
      <dgm:spPr/>
    </dgm:pt>
    <dgm:pt modelId="{B6BE5880-0CC9-4C37-B2A2-3A360CA158A2}" type="pres">
      <dgm:prSet presAssocID="{6B062987-DE13-4749-ACEF-D0421FE063C9}" presName="sibTrans" presStyleCnt="0"/>
      <dgm:spPr/>
    </dgm:pt>
    <dgm:pt modelId="{9733CA62-D630-4043-B25F-0EB567CF6FFD}" type="pres">
      <dgm:prSet presAssocID="{D455F8B0-4821-4704-BD13-20F0601891D1}" presName="compositeNode" presStyleCnt="0">
        <dgm:presLayoutVars>
          <dgm:bulletEnabled val="1"/>
        </dgm:presLayoutVars>
      </dgm:prSet>
      <dgm:spPr/>
    </dgm:pt>
    <dgm:pt modelId="{90711D59-9ACE-40D5-9D63-083644C484A2}" type="pres">
      <dgm:prSet presAssocID="{D455F8B0-4821-4704-BD13-20F0601891D1}" presName="bgRect" presStyleLbl="bgAccFollowNode1" presStyleIdx="4" presStyleCnt="5"/>
      <dgm:spPr/>
    </dgm:pt>
    <dgm:pt modelId="{173D692B-E794-46EF-87AE-AE86A70B6DEC}" type="pres">
      <dgm:prSet presAssocID="{2FDE49A1-AF4F-4300-8721-C38D8D8826E3}" presName="sibTransNodeCircle" presStyleLbl="alignNode1" presStyleIdx="8" presStyleCnt="10">
        <dgm:presLayoutVars>
          <dgm:chMax val="0"/>
          <dgm:bulletEnabled/>
        </dgm:presLayoutVars>
      </dgm:prSet>
      <dgm:spPr/>
    </dgm:pt>
    <dgm:pt modelId="{1A6ADDED-7D61-4C38-8456-E1FC6AC00E59}" type="pres">
      <dgm:prSet presAssocID="{D455F8B0-4821-4704-BD13-20F0601891D1}" presName="bottomLine" presStyleLbl="alignNode1" presStyleIdx="9" presStyleCnt="10">
        <dgm:presLayoutVars/>
      </dgm:prSet>
      <dgm:spPr/>
    </dgm:pt>
    <dgm:pt modelId="{4B08CDC7-8FC9-4832-8E81-64E629FADF0D}" type="pres">
      <dgm:prSet presAssocID="{D455F8B0-4821-4704-BD13-20F0601891D1}" presName="nodeText" presStyleLbl="bgAccFollowNode1" presStyleIdx="4" presStyleCnt="5">
        <dgm:presLayoutVars>
          <dgm:bulletEnabled val="1"/>
        </dgm:presLayoutVars>
      </dgm:prSet>
      <dgm:spPr/>
    </dgm:pt>
  </dgm:ptLst>
  <dgm:cxnLst>
    <dgm:cxn modelId="{8D410302-C128-4AE5-9B6A-44999F0BC953}" type="presOf" srcId="{EBFCDE3A-C5E2-4AF2-92FD-EBFA07811EC0}" destId="{B1E023FF-D6C5-41E4-8665-AEED541407B1}" srcOrd="0" destOrd="0" presId="urn:microsoft.com/office/officeart/2016/7/layout/BasicLinearProcessNumbered"/>
    <dgm:cxn modelId="{C19A0107-A845-4D8A-8A27-279A4B79D2C9}" type="presOf" srcId="{6581DDA3-C30F-4025-87DE-B3A36A25A32C}" destId="{5E89A9AF-F904-4253-A43F-C75ED36CEC48}" srcOrd="0" destOrd="0" presId="urn:microsoft.com/office/officeart/2016/7/layout/BasicLinearProcessNumbered"/>
    <dgm:cxn modelId="{256CD33F-9342-48F4-BC7D-B48F06FC0235}" type="presOf" srcId="{6DEAE29B-3F70-4C4D-8B63-BAC3B15F376E}" destId="{8D29C264-FC44-4A61-BD80-58A51C966967}" srcOrd="0" destOrd="0" presId="urn:microsoft.com/office/officeart/2016/7/layout/BasicLinearProcessNumbered"/>
    <dgm:cxn modelId="{8421395B-9EDE-49C2-ACFA-0EBD39276294}" srcId="{09D62AA0-8C2A-4676-BF49-0AADA00CC8CA}" destId="{571EEB98-D74F-4B18-A3EA-6FEB2755BF66}" srcOrd="0" destOrd="0" parTransId="{C3C7112F-5483-4681-9F3C-BD48F0CCAC19}" sibTransId="{AFE7B3FF-0EF1-4618-A4A5-5355EE8F1CED}"/>
    <dgm:cxn modelId="{D1B7685B-B3F8-4F5F-8531-8FE35E6BFFCB}" srcId="{09D62AA0-8C2A-4676-BF49-0AADA00CC8CA}" destId="{EBFCDE3A-C5E2-4AF2-92FD-EBFA07811EC0}" srcOrd="2" destOrd="0" parTransId="{ACDA5193-B7F6-423E-8397-6CDA54912FAC}" sibTransId="{6581DDA3-C30F-4025-87DE-B3A36A25A32C}"/>
    <dgm:cxn modelId="{99E1CE5B-F38C-479B-A230-C7D655445DAC}" type="presOf" srcId="{AFE7B3FF-0EF1-4618-A4A5-5355EE8F1CED}" destId="{A5FC5F31-2D4D-4B21-9D9E-EC1388B5E9E7}" srcOrd="0" destOrd="0" presId="urn:microsoft.com/office/officeart/2016/7/layout/BasicLinearProcessNumbered"/>
    <dgm:cxn modelId="{B5BE395F-870A-4431-822D-781F17512595}" type="presOf" srcId="{D455F8B0-4821-4704-BD13-20F0601891D1}" destId="{4B08CDC7-8FC9-4832-8E81-64E629FADF0D}" srcOrd="1" destOrd="0" presId="urn:microsoft.com/office/officeart/2016/7/layout/BasicLinearProcessNumbered"/>
    <dgm:cxn modelId="{F1E73063-9246-4C15-A923-EBA44200D336}" type="presOf" srcId="{D455F8B0-4821-4704-BD13-20F0601891D1}" destId="{90711D59-9ACE-40D5-9D63-083644C484A2}" srcOrd="0" destOrd="0" presId="urn:microsoft.com/office/officeart/2016/7/layout/BasicLinearProcessNumbered"/>
    <dgm:cxn modelId="{B37C2B74-DE27-4CD7-B6F4-1145334FB790}" srcId="{09D62AA0-8C2A-4676-BF49-0AADA00CC8CA}" destId="{D455F8B0-4821-4704-BD13-20F0601891D1}" srcOrd="4" destOrd="0" parTransId="{4CBBE107-74CA-4EE0-A19C-B90E966BAEAE}" sibTransId="{2FDE49A1-AF4F-4300-8721-C38D8D8826E3}"/>
    <dgm:cxn modelId="{35CC0783-1F9E-47D4-B1BA-9EA930745978}" type="presOf" srcId="{2FDE49A1-AF4F-4300-8721-C38D8D8826E3}" destId="{173D692B-E794-46EF-87AE-AE86A70B6DEC}" srcOrd="0" destOrd="0" presId="urn:microsoft.com/office/officeart/2016/7/layout/BasicLinearProcessNumbered"/>
    <dgm:cxn modelId="{6D6FD085-040D-4901-B21E-36E2A9D81900}" type="presOf" srcId="{EBFCDE3A-C5E2-4AF2-92FD-EBFA07811EC0}" destId="{4F48C667-D12F-43B8-A29D-356FBCB7AAAC}" srcOrd="1" destOrd="0" presId="urn:microsoft.com/office/officeart/2016/7/layout/BasicLinearProcessNumbered"/>
    <dgm:cxn modelId="{77963B89-6F1C-4EB6-BAE6-15420F34723C}" type="presOf" srcId="{D2778C70-7372-410A-A15C-2361810A3DA7}" destId="{82482F80-5F09-43E0-9656-E7D45D88BD9F}" srcOrd="0" destOrd="0" presId="urn:microsoft.com/office/officeart/2016/7/layout/BasicLinearProcessNumbered"/>
    <dgm:cxn modelId="{814F0090-FD1B-4844-A4BC-853240495E89}" type="presOf" srcId="{571EEB98-D74F-4B18-A3EA-6FEB2755BF66}" destId="{3BEDF6EB-25FD-4E4E-8FF5-40B4BCC9B8A9}" srcOrd="1" destOrd="0" presId="urn:microsoft.com/office/officeart/2016/7/layout/BasicLinearProcessNumbered"/>
    <dgm:cxn modelId="{CE5D3E92-E578-4C9D-9A72-4B9E0ED2CD32}" type="presOf" srcId="{6B062987-DE13-4749-ACEF-D0421FE063C9}" destId="{E627E862-8F90-4CFC-87E9-BDA0D438E59B}" srcOrd="0" destOrd="0" presId="urn:microsoft.com/office/officeart/2016/7/layout/BasicLinearProcessNumbered"/>
    <dgm:cxn modelId="{4F814B9B-3D4A-4AF6-831B-2C4447979070}" type="presOf" srcId="{D2778C70-7372-410A-A15C-2361810A3DA7}" destId="{D97E2324-BED8-4929-93D5-297823DB1E5B}" srcOrd="1" destOrd="0" presId="urn:microsoft.com/office/officeart/2016/7/layout/BasicLinearProcessNumbered"/>
    <dgm:cxn modelId="{598534C3-D4A5-4088-B777-BEE526B50F98}" srcId="{09D62AA0-8C2A-4676-BF49-0AADA00CC8CA}" destId="{6DEAE29B-3F70-4C4D-8B63-BAC3B15F376E}" srcOrd="1" destOrd="0" parTransId="{8632B412-0056-4149-9F60-A4846B36C4CE}" sibTransId="{2EAE9C40-C412-4F45-A5BC-7B8B71F78369}"/>
    <dgm:cxn modelId="{A32E15DE-0D74-439B-93E5-B3745F5D05A2}" type="presOf" srcId="{6DEAE29B-3F70-4C4D-8B63-BAC3B15F376E}" destId="{B047314F-3C2A-4518-8B49-95FAB97178A5}" srcOrd="1" destOrd="0" presId="urn:microsoft.com/office/officeart/2016/7/layout/BasicLinearProcessNumbered"/>
    <dgm:cxn modelId="{2B178CE5-3CDF-4C43-9179-DF71817882E5}" srcId="{09D62AA0-8C2A-4676-BF49-0AADA00CC8CA}" destId="{D2778C70-7372-410A-A15C-2361810A3DA7}" srcOrd="3" destOrd="0" parTransId="{2A23C2F2-1FE0-49D5-B42C-1BBD591B6A3C}" sibTransId="{6B062987-DE13-4749-ACEF-D0421FE063C9}"/>
    <dgm:cxn modelId="{73C51CEA-2266-420F-88EB-38EC93C046DC}" type="presOf" srcId="{571EEB98-D74F-4B18-A3EA-6FEB2755BF66}" destId="{73B6D95E-221A-49BC-9DF5-228A14BDA20F}" srcOrd="0" destOrd="0" presId="urn:microsoft.com/office/officeart/2016/7/layout/BasicLinearProcessNumbered"/>
    <dgm:cxn modelId="{AF59C8F0-EE58-4FBE-B394-321278B8F31D}" type="presOf" srcId="{09D62AA0-8C2A-4676-BF49-0AADA00CC8CA}" destId="{A04FB609-FC0A-4075-9657-C0093B37C7B0}" srcOrd="0" destOrd="0" presId="urn:microsoft.com/office/officeart/2016/7/layout/BasicLinearProcessNumbered"/>
    <dgm:cxn modelId="{897004FB-7E6A-4B1A-BB54-A4A043CCAE3A}" type="presOf" srcId="{2EAE9C40-C412-4F45-A5BC-7B8B71F78369}" destId="{7DEE11E0-4F87-4AA7-BEA3-8105F44CB760}" srcOrd="0" destOrd="0" presId="urn:microsoft.com/office/officeart/2016/7/layout/BasicLinearProcessNumbered"/>
    <dgm:cxn modelId="{4C82D5F7-CC42-4F1E-882A-D597FCFCDA55}" type="presParOf" srcId="{A04FB609-FC0A-4075-9657-C0093B37C7B0}" destId="{17C0E696-CD51-428E-8AC5-E695F4478330}" srcOrd="0" destOrd="0" presId="urn:microsoft.com/office/officeart/2016/7/layout/BasicLinearProcessNumbered"/>
    <dgm:cxn modelId="{2547DA16-5101-4050-B333-8053EAC4F6DE}" type="presParOf" srcId="{17C0E696-CD51-428E-8AC5-E695F4478330}" destId="{73B6D95E-221A-49BC-9DF5-228A14BDA20F}" srcOrd="0" destOrd="0" presId="urn:microsoft.com/office/officeart/2016/7/layout/BasicLinearProcessNumbered"/>
    <dgm:cxn modelId="{20503B65-0E22-4CFA-945E-D751E938438B}" type="presParOf" srcId="{17C0E696-CD51-428E-8AC5-E695F4478330}" destId="{A5FC5F31-2D4D-4B21-9D9E-EC1388B5E9E7}" srcOrd="1" destOrd="0" presId="urn:microsoft.com/office/officeart/2016/7/layout/BasicLinearProcessNumbered"/>
    <dgm:cxn modelId="{2D6B0152-C0DD-446B-9EA1-B41CAEB406FA}" type="presParOf" srcId="{17C0E696-CD51-428E-8AC5-E695F4478330}" destId="{A53200DF-5A68-47C4-A4A1-F29866363FB3}" srcOrd="2" destOrd="0" presId="urn:microsoft.com/office/officeart/2016/7/layout/BasicLinearProcessNumbered"/>
    <dgm:cxn modelId="{A79E0D56-2257-4EA3-BCF9-DDBEC1B7021E}" type="presParOf" srcId="{17C0E696-CD51-428E-8AC5-E695F4478330}" destId="{3BEDF6EB-25FD-4E4E-8FF5-40B4BCC9B8A9}" srcOrd="3" destOrd="0" presId="urn:microsoft.com/office/officeart/2016/7/layout/BasicLinearProcessNumbered"/>
    <dgm:cxn modelId="{DF981037-F512-46C6-AE89-73293537BFB4}" type="presParOf" srcId="{A04FB609-FC0A-4075-9657-C0093B37C7B0}" destId="{6A6EDBFE-E4EB-4655-99C4-BBE964DA1228}" srcOrd="1" destOrd="0" presId="urn:microsoft.com/office/officeart/2016/7/layout/BasicLinearProcessNumbered"/>
    <dgm:cxn modelId="{41972577-E553-4F5D-A81B-626777F131FA}" type="presParOf" srcId="{A04FB609-FC0A-4075-9657-C0093B37C7B0}" destId="{A4CC9291-63B3-4B31-B58C-B60C4FA78A46}" srcOrd="2" destOrd="0" presId="urn:microsoft.com/office/officeart/2016/7/layout/BasicLinearProcessNumbered"/>
    <dgm:cxn modelId="{662E12B7-D257-4322-BD43-A400823A7DB5}" type="presParOf" srcId="{A4CC9291-63B3-4B31-B58C-B60C4FA78A46}" destId="{8D29C264-FC44-4A61-BD80-58A51C966967}" srcOrd="0" destOrd="0" presId="urn:microsoft.com/office/officeart/2016/7/layout/BasicLinearProcessNumbered"/>
    <dgm:cxn modelId="{8F735819-1E44-4830-9C53-BBA623B542AB}" type="presParOf" srcId="{A4CC9291-63B3-4B31-B58C-B60C4FA78A46}" destId="{7DEE11E0-4F87-4AA7-BEA3-8105F44CB760}" srcOrd="1" destOrd="0" presId="urn:microsoft.com/office/officeart/2016/7/layout/BasicLinearProcessNumbered"/>
    <dgm:cxn modelId="{AFE9922E-8AE5-46A3-B7EF-08D4903E859B}" type="presParOf" srcId="{A4CC9291-63B3-4B31-B58C-B60C4FA78A46}" destId="{E60B96C7-63A9-4683-9CD6-CDF085DFD699}" srcOrd="2" destOrd="0" presId="urn:microsoft.com/office/officeart/2016/7/layout/BasicLinearProcessNumbered"/>
    <dgm:cxn modelId="{C69E173A-2799-4491-B08B-D784C4A8F335}" type="presParOf" srcId="{A4CC9291-63B3-4B31-B58C-B60C4FA78A46}" destId="{B047314F-3C2A-4518-8B49-95FAB97178A5}" srcOrd="3" destOrd="0" presId="urn:microsoft.com/office/officeart/2016/7/layout/BasicLinearProcessNumbered"/>
    <dgm:cxn modelId="{2971D2A5-1DB9-4C98-8242-2ABFA4F7D25F}" type="presParOf" srcId="{A04FB609-FC0A-4075-9657-C0093B37C7B0}" destId="{12517BCD-42E8-4581-834F-7B5CF5189535}" srcOrd="3" destOrd="0" presId="urn:microsoft.com/office/officeart/2016/7/layout/BasicLinearProcessNumbered"/>
    <dgm:cxn modelId="{D26DDE59-CC18-4921-8BAC-412D6629E7D8}" type="presParOf" srcId="{A04FB609-FC0A-4075-9657-C0093B37C7B0}" destId="{8CC4A4C4-D865-4854-812A-4F6CF6E84B88}" srcOrd="4" destOrd="0" presId="urn:microsoft.com/office/officeart/2016/7/layout/BasicLinearProcessNumbered"/>
    <dgm:cxn modelId="{3AA7559C-0FCF-49CE-A230-5F1FB34CB1D2}" type="presParOf" srcId="{8CC4A4C4-D865-4854-812A-4F6CF6E84B88}" destId="{B1E023FF-D6C5-41E4-8665-AEED541407B1}" srcOrd="0" destOrd="0" presId="urn:microsoft.com/office/officeart/2016/7/layout/BasicLinearProcessNumbered"/>
    <dgm:cxn modelId="{EDD4F0F5-150E-4A65-89A4-F77F5A27448A}" type="presParOf" srcId="{8CC4A4C4-D865-4854-812A-4F6CF6E84B88}" destId="{5E89A9AF-F904-4253-A43F-C75ED36CEC48}" srcOrd="1" destOrd="0" presId="urn:microsoft.com/office/officeart/2016/7/layout/BasicLinearProcessNumbered"/>
    <dgm:cxn modelId="{7F7D3F4A-D2C9-4EAA-82F6-1C31D20C85E3}" type="presParOf" srcId="{8CC4A4C4-D865-4854-812A-4F6CF6E84B88}" destId="{85E67EE0-A223-4D45-95AA-8B6C9D6B28FA}" srcOrd="2" destOrd="0" presId="urn:microsoft.com/office/officeart/2016/7/layout/BasicLinearProcessNumbered"/>
    <dgm:cxn modelId="{71697AED-1F6B-40CC-AB56-9D9A0AA5FD9D}" type="presParOf" srcId="{8CC4A4C4-D865-4854-812A-4F6CF6E84B88}" destId="{4F48C667-D12F-43B8-A29D-356FBCB7AAAC}" srcOrd="3" destOrd="0" presId="urn:microsoft.com/office/officeart/2016/7/layout/BasicLinearProcessNumbered"/>
    <dgm:cxn modelId="{1877AF60-6C5B-40C3-A3B8-E0348F2C29A7}" type="presParOf" srcId="{A04FB609-FC0A-4075-9657-C0093B37C7B0}" destId="{6BA2C619-FA68-417A-8829-BC4E7F7F1CB9}" srcOrd="5" destOrd="0" presId="urn:microsoft.com/office/officeart/2016/7/layout/BasicLinearProcessNumbered"/>
    <dgm:cxn modelId="{B70736FC-095A-4ABE-A864-78DC5A2D7A48}" type="presParOf" srcId="{A04FB609-FC0A-4075-9657-C0093B37C7B0}" destId="{5ACFED6B-1523-4F9F-8A0F-9CA87E8347A5}" srcOrd="6" destOrd="0" presId="urn:microsoft.com/office/officeart/2016/7/layout/BasicLinearProcessNumbered"/>
    <dgm:cxn modelId="{87CA9251-499E-495B-AF15-3CF65803FBA2}" type="presParOf" srcId="{5ACFED6B-1523-4F9F-8A0F-9CA87E8347A5}" destId="{82482F80-5F09-43E0-9656-E7D45D88BD9F}" srcOrd="0" destOrd="0" presId="urn:microsoft.com/office/officeart/2016/7/layout/BasicLinearProcessNumbered"/>
    <dgm:cxn modelId="{14CD633B-4A21-46A1-8C96-303E5EF07EE8}" type="presParOf" srcId="{5ACFED6B-1523-4F9F-8A0F-9CA87E8347A5}" destId="{E627E862-8F90-4CFC-87E9-BDA0D438E59B}" srcOrd="1" destOrd="0" presId="urn:microsoft.com/office/officeart/2016/7/layout/BasicLinearProcessNumbered"/>
    <dgm:cxn modelId="{A3E9CF5B-90D0-4E6F-BF9E-78F15C092633}" type="presParOf" srcId="{5ACFED6B-1523-4F9F-8A0F-9CA87E8347A5}" destId="{AB1F2F70-6E61-4A68-A8C6-0580B17A6472}" srcOrd="2" destOrd="0" presId="urn:microsoft.com/office/officeart/2016/7/layout/BasicLinearProcessNumbered"/>
    <dgm:cxn modelId="{CE4BE2AF-F43C-4F02-91E0-E838DB81F933}" type="presParOf" srcId="{5ACFED6B-1523-4F9F-8A0F-9CA87E8347A5}" destId="{D97E2324-BED8-4929-93D5-297823DB1E5B}" srcOrd="3" destOrd="0" presId="urn:microsoft.com/office/officeart/2016/7/layout/BasicLinearProcessNumbered"/>
    <dgm:cxn modelId="{4C611D30-B451-4D9F-BF8B-7504F8678FA5}" type="presParOf" srcId="{A04FB609-FC0A-4075-9657-C0093B37C7B0}" destId="{B6BE5880-0CC9-4C37-B2A2-3A360CA158A2}" srcOrd="7" destOrd="0" presId="urn:microsoft.com/office/officeart/2016/7/layout/BasicLinearProcessNumbered"/>
    <dgm:cxn modelId="{8CC8EB90-5A97-4040-96F8-62806C360424}" type="presParOf" srcId="{A04FB609-FC0A-4075-9657-C0093B37C7B0}" destId="{9733CA62-D630-4043-B25F-0EB567CF6FFD}" srcOrd="8" destOrd="0" presId="urn:microsoft.com/office/officeart/2016/7/layout/BasicLinearProcessNumbered"/>
    <dgm:cxn modelId="{5ED95D5F-8716-484B-9CEB-770FCA8C8CDF}" type="presParOf" srcId="{9733CA62-D630-4043-B25F-0EB567CF6FFD}" destId="{90711D59-9ACE-40D5-9D63-083644C484A2}" srcOrd="0" destOrd="0" presId="urn:microsoft.com/office/officeart/2016/7/layout/BasicLinearProcessNumbered"/>
    <dgm:cxn modelId="{BC428880-235F-41B4-BF2B-BCBC68D2C292}" type="presParOf" srcId="{9733CA62-D630-4043-B25F-0EB567CF6FFD}" destId="{173D692B-E794-46EF-87AE-AE86A70B6DEC}" srcOrd="1" destOrd="0" presId="urn:microsoft.com/office/officeart/2016/7/layout/BasicLinearProcessNumbered"/>
    <dgm:cxn modelId="{DB38B13B-EFB5-4974-89EB-81DD2AE8A244}" type="presParOf" srcId="{9733CA62-D630-4043-B25F-0EB567CF6FFD}" destId="{1A6ADDED-7D61-4C38-8456-E1FC6AC00E59}" srcOrd="2" destOrd="0" presId="urn:microsoft.com/office/officeart/2016/7/layout/BasicLinearProcessNumbered"/>
    <dgm:cxn modelId="{5AE147A6-BAD5-4077-BD96-0F5DFB72E55E}" type="presParOf" srcId="{9733CA62-D630-4043-B25F-0EB567CF6FFD}" destId="{4B08CDC7-8FC9-4832-8E81-64E629FADF0D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B137DC4-6DCC-4774-A9B1-E420A065349E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F1C9D8DC-CA27-42FD-A8E6-CD5BA9FFB4A9}">
      <dgm:prSet/>
      <dgm:spPr/>
      <dgm:t>
        <a:bodyPr/>
        <a:lstStyle/>
        <a:p>
          <a:r>
            <a:rPr lang="en-US"/>
            <a:t>Phase 1: Data collection and model research.</a:t>
          </a:r>
        </a:p>
      </dgm:t>
    </dgm:pt>
    <dgm:pt modelId="{5C2F4298-469F-41B0-A0E9-52DFD7B7CDBE}" type="parTrans" cxnId="{57C3F376-E6F0-4C8C-ABCB-A603CFC3FCF1}">
      <dgm:prSet/>
      <dgm:spPr/>
      <dgm:t>
        <a:bodyPr/>
        <a:lstStyle/>
        <a:p>
          <a:endParaRPr lang="en-US"/>
        </a:p>
      </dgm:t>
    </dgm:pt>
    <dgm:pt modelId="{6E27B57F-08CF-4250-ABAA-A826D6E0D573}" type="sibTrans" cxnId="{57C3F376-E6F0-4C8C-ABCB-A603CFC3FCF1}">
      <dgm:prSet/>
      <dgm:spPr/>
      <dgm:t>
        <a:bodyPr/>
        <a:lstStyle/>
        <a:p>
          <a:endParaRPr lang="en-US"/>
        </a:p>
      </dgm:t>
    </dgm:pt>
    <dgm:pt modelId="{0D0477EA-F35B-48AB-98DD-DB32F18E97DD}">
      <dgm:prSet/>
      <dgm:spPr/>
      <dgm:t>
        <a:bodyPr/>
        <a:lstStyle/>
        <a:p>
          <a:r>
            <a:rPr lang="en-US"/>
            <a:t>Phase 2: Initial model development, backend setup.</a:t>
          </a:r>
        </a:p>
      </dgm:t>
    </dgm:pt>
    <dgm:pt modelId="{45C569A0-45BC-4634-AB76-BAFE69500DA5}" type="parTrans" cxnId="{29F07CF3-F7AB-40BA-A9CA-2869AB3310C5}">
      <dgm:prSet/>
      <dgm:spPr/>
      <dgm:t>
        <a:bodyPr/>
        <a:lstStyle/>
        <a:p>
          <a:endParaRPr lang="en-US"/>
        </a:p>
      </dgm:t>
    </dgm:pt>
    <dgm:pt modelId="{E8268231-2D17-452F-AB33-9CDE3A322F47}" type="sibTrans" cxnId="{29F07CF3-F7AB-40BA-A9CA-2869AB3310C5}">
      <dgm:prSet/>
      <dgm:spPr/>
      <dgm:t>
        <a:bodyPr/>
        <a:lstStyle/>
        <a:p>
          <a:endParaRPr lang="en-US"/>
        </a:p>
      </dgm:t>
    </dgm:pt>
    <dgm:pt modelId="{042F20B9-00CD-46EA-8482-B94E8E194869}">
      <dgm:prSet/>
      <dgm:spPr/>
      <dgm:t>
        <a:bodyPr/>
        <a:lstStyle/>
        <a:p>
          <a:r>
            <a:rPr lang="en-US"/>
            <a:t>Phase 3: UI development, testing, and refining AI model.</a:t>
          </a:r>
        </a:p>
      </dgm:t>
    </dgm:pt>
    <dgm:pt modelId="{5B595E80-153D-4200-9ABB-2F81FE93832D}" type="parTrans" cxnId="{D30E6C23-98E8-4BED-A650-A02293442421}">
      <dgm:prSet/>
      <dgm:spPr/>
      <dgm:t>
        <a:bodyPr/>
        <a:lstStyle/>
        <a:p>
          <a:endParaRPr lang="en-US"/>
        </a:p>
      </dgm:t>
    </dgm:pt>
    <dgm:pt modelId="{D6FCB3EA-67BE-4806-ADB7-6BC6CE1ED1E0}" type="sibTrans" cxnId="{D30E6C23-98E8-4BED-A650-A02293442421}">
      <dgm:prSet/>
      <dgm:spPr/>
      <dgm:t>
        <a:bodyPr/>
        <a:lstStyle/>
        <a:p>
          <a:endParaRPr lang="en-US"/>
        </a:p>
      </dgm:t>
    </dgm:pt>
    <dgm:pt modelId="{9A78286B-147B-4EFD-AED4-F00932EC4211}">
      <dgm:prSet/>
      <dgm:spPr/>
      <dgm:t>
        <a:bodyPr/>
        <a:lstStyle/>
        <a:p>
          <a:r>
            <a:rPr lang="en-US"/>
            <a:t>Demo ready with early chaptering results.</a:t>
          </a:r>
        </a:p>
      </dgm:t>
    </dgm:pt>
    <dgm:pt modelId="{9B63F75A-E8D2-4BAB-A095-C0450A372C30}" type="parTrans" cxnId="{B7C92DF2-72DF-4E29-9F09-70F65C4C7689}">
      <dgm:prSet/>
      <dgm:spPr/>
      <dgm:t>
        <a:bodyPr/>
        <a:lstStyle/>
        <a:p>
          <a:endParaRPr lang="en-US"/>
        </a:p>
      </dgm:t>
    </dgm:pt>
    <dgm:pt modelId="{5ECB599C-4360-4DC5-A154-79D128FB72C9}" type="sibTrans" cxnId="{B7C92DF2-72DF-4E29-9F09-70F65C4C7689}">
      <dgm:prSet/>
      <dgm:spPr/>
      <dgm:t>
        <a:bodyPr/>
        <a:lstStyle/>
        <a:p>
          <a:endParaRPr lang="en-US"/>
        </a:p>
      </dgm:t>
    </dgm:pt>
    <dgm:pt modelId="{5D547029-4369-4069-8E03-0286551BF39B}" type="pres">
      <dgm:prSet presAssocID="{EB137DC4-6DCC-4774-A9B1-E420A065349E}" presName="root" presStyleCnt="0">
        <dgm:presLayoutVars>
          <dgm:dir/>
          <dgm:resizeHandles val="exact"/>
        </dgm:presLayoutVars>
      </dgm:prSet>
      <dgm:spPr/>
    </dgm:pt>
    <dgm:pt modelId="{9F7A67FE-1A65-41D3-8215-D6C94DAE7BE7}" type="pres">
      <dgm:prSet presAssocID="{EB137DC4-6DCC-4774-A9B1-E420A065349E}" presName="container" presStyleCnt="0">
        <dgm:presLayoutVars>
          <dgm:dir/>
          <dgm:resizeHandles val="exact"/>
        </dgm:presLayoutVars>
      </dgm:prSet>
      <dgm:spPr/>
    </dgm:pt>
    <dgm:pt modelId="{91ADE52E-FE01-4AC3-BD41-51E4A667C711}" type="pres">
      <dgm:prSet presAssocID="{F1C9D8DC-CA27-42FD-A8E6-CD5BA9FFB4A9}" presName="compNode" presStyleCnt="0"/>
      <dgm:spPr/>
    </dgm:pt>
    <dgm:pt modelId="{1271B080-0DF1-4D77-B9B0-EDE5B6DB6FDA}" type="pres">
      <dgm:prSet presAssocID="{F1C9D8DC-CA27-42FD-A8E6-CD5BA9FFB4A9}" presName="iconBgRect" presStyleLbl="bgShp" presStyleIdx="0" presStyleCnt="4"/>
      <dgm:spPr/>
    </dgm:pt>
    <dgm:pt modelId="{943ED121-FEAE-456D-8E2F-A92D0DB3DCDB}" type="pres">
      <dgm:prSet presAssocID="{F1C9D8DC-CA27-42FD-A8E6-CD5BA9FFB4A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1126E9A0-E883-41CD-BFC6-A31289192E0B}" type="pres">
      <dgm:prSet presAssocID="{F1C9D8DC-CA27-42FD-A8E6-CD5BA9FFB4A9}" presName="spaceRect" presStyleCnt="0"/>
      <dgm:spPr/>
    </dgm:pt>
    <dgm:pt modelId="{AB12E357-21CD-490D-A076-29C73B27DF5A}" type="pres">
      <dgm:prSet presAssocID="{F1C9D8DC-CA27-42FD-A8E6-CD5BA9FFB4A9}" presName="textRect" presStyleLbl="revTx" presStyleIdx="0" presStyleCnt="4">
        <dgm:presLayoutVars>
          <dgm:chMax val="1"/>
          <dgm:chPref val="1"/>
        </dgm:presLayoutVars>
      </dgm:prSet>
      <dgm:spPr/>
    </dgm:pt>
    <dgm:pt modelId="{5B89CBCF-FD8D-4885-9754-CC77E890CA55}" type="pres">
      <dgm:prSet presAssocID="{6E27B57F-08CF-4250-ABAA-A826D6E0D573}" presName="sibTrans" presStyleLbl="sibTrans2D1" presStyleIdx="0" presStyleCnt="0"/>
      <dgm:spPr/>
    </dgm:pt>
    <dgm:pt modelId="{8D0E3A0A-AC15-43BF-9800-FB1FE5F4CB12}" type="pres">
      <dgm:prSet presAssocID="{0D0477EA-F35B-48AB-98DD-DB32F18E97DD}" presName="compNode" presStyleCnt="0"/>
      <dgm:spPr/>
    </dgm:pt>
    <dgm:pt modelId="{3A270CEE-EC29-4A7C-9D1B-9515193055EE}" type="pres">
      <dgm:prSet presAssocID="{0D0477EA-F35B-48AB-98DD-DB32F18E97DD}" presName="iconBgRect" presStyleLbl="bgShp" presStyleIdx="1" presStyleCnt="4"/>
      <dgm:spPr/>
    </dgm:pt>
    <dgm:pt modelId="{9D528168-3B08-4BDF-A286-BBF6F6D131F3}" type="pres">
      <dgm:prSet presAssocID="{0D0477EA-F35B-48AB-98DD-DB32F18E97D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51C2600D-143C-4356-9F03-CEE83BFE5210}" type="pres">
      <dgm:prSet presAssocID="{0D0477EA-F35B-48AB-98DD-DB32F18E97DD}" presName="spaceRect" presStyleCnt="0"/>
      <dgm:spPr/>
    </dgm:pt>
    <dgm:pt modelId="{36E05723-1115-4A49-952D-3DC512DC459B}" type="pres">
      <dgm:prSet presAssocID="{0D0477EA-F35B-48AB-98DD-DB32F18E97DD}" presName="textRect" presStyleLbl="revTx" presStyleIdx="1" presStyleCnt="4">
        <dgm:presLayoutVars>
          <dgm:chMax val="1"/>
          <dgm:chPref val="1"/>
        </dgm:presLayoutVars>
      </dgm:prSet>
      <dgm:spPr/>
    </dgm:pt>
    <dgm:pt modelId="{F96DC155-EB3D-453C-B6F2-476117835420}" type="pres">
      <dgm:prSet presAssocID="{E8268231-2D17-452F-AB33-9CDE3A322F47}" presName="sibTrans" presStyleLbl="sibTrans2D1" presStyleIdx="0" presStyleCnt="0"/>
      <dgm:spPr/>
    </dgm:pt>
    <dgm:pt modelId="{8222CD4A-5EFD-43A8-A805-C8029400B104}" type="pres">
      <dgm:prSet presAssocID="{042F20B9-00CD-46EA-8482-B94E8E194869}" presName="compNode" presStyleCnt="0"/>
      <dgm:spPr/>
    </dgm:pt>
    <dgm:pt modelId="{46F1EB16-C771-42C7-AC93-84A76E67AB63}" type="pres">
      <dgm:prSet presAssocID="{042F20B9-00CD-46EA-8482-B94E8E194869}" presName="iconBgRect" presStyleLbl="bgShp" presStyleIdx="2" presStyleCnt="4"/>
      <dgm:spPr/>
    </dgm:pt>
    <dgm:pt modelId="{CE0852A2-C647-4D7E-B710-1153BFD95DF4}" type="pres">
      <dgm:prSet presAssocID="{042F20B9-00CD-46EA-8482-B94E8E19486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B16F9BD5-4B11-4FD1-99B4-B3F0336DA46D}" type="pres">
      <dgm:prSet presAssocID="{042F20B9-00CD-46EA-8482-B94E8E194869}" presName="spaceRect" presStyleCnt="0"/>
      <dgm:spPr/>
    </dgm:pt>
    <dgm:pt modelId="{7B1B11D7-D56D-4F71-9A33-A40EACE44D0F}" type="pres">
      <dgm:prSet presAssocID="{042F20B9-00CD-46EA-8482-B94E8E194869}" presName="textRect" presStyleLbl="revTx" presStyleIdx="2" presStyleCnt="4">
        <dgm:presLayoutVars>
          <dgm:chMax val="1"/>
          <dgm:chPref val="1"/>
        </dgm:presLayoutVars>
      </dgm:prSet>
      <dgm:spPr/>
    </dgm:pt>
    <dgm:pt modelId="{52275A09-5705-4108-A8F6-674BF36BC4BC}" type="pres">
      <dgm:prSet presAssocID="{D6FCB3EA-67BE-4806-ADB7-6BC6CE1ED1E0}" presName="sibTrans" presStyleLbl="sibTrans2D1" presStyleIdx="0" presStyleCnt="0"/>
      <dgm:spPr/>
    </dgm:pt>
    <dgm:pt modelId="{52494EC4-1AD2-42DD-9005-3C53785F6D25}" type="pres">
      <dgm:prSet presAssocID="{9A78286B-147B-4EFD-AED4-F00932EC4211}" presName="compNode" presStyleCnt="0"/>
      <dgm:spPr/>
    </dgm:pt>
    <dgm:pt modelId="{5BC03021-23BD-46CD-83C5-3E8F8B8356B9}" type="pres">
      <dgm:prSet presAssocID="{9A78286B-147B-4EFD-AED4-F00932EC4211}" presName="iconBgRect" presStyleLbl="bgShp" presStyleIdx="3" presStyleCnt="4"/>
      <dgm:spPr/>
    </dgm:pt>
    <dgm:pt modelId="{DF34C37C-DF21-4117-9D03-219628FE56E0}" type="pres">
      <dgm:prSet presAssocID="{9A78286B-147B-4EFD-AED4-F00932EC421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eatre"/>
        </a:ext>
      </dgm:extLst>
    </dgm:pt>
    <dgm:pt modelId="{19A91038-DF09-4A5F-9532-11C1B4F9FCD2}" type="pres">
      <dgm:prSet presAssocID="{9A78286B-147B-4EFD-AED4-F00932EC4211}" presName="spaceRect" presStyleCnt="0"/>
      <dgm:spPr/>
    </dgm:pt>
    <dgm:pt modelId="{26BC92DA-C52C-498E-BF3F-8B162A185EB9}" type="pres">
      <dgm:prSet presAssocID="{9A78286B-147B-4EFD-AED4-F00932EC421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E641F0B-9EEA-49FB-9776-679E3DC14B1A}" type="presOf" srcId="{9A78286B-147B-4EFD-AED4-F00932EC4211}" destId="{26BC92DA-C52C-498E-BF3F-8B162A185EB9}" srcOrd="0" destOrd="0" presId="urn:microsoft.com/office/officeart/2018/2/layout/IconCircleList"/>
    <dgm:cxn modelId="{B52A821F-408F-41AC-88BA-18C9EB43FF45}" type="presOf" srcId="{D6FCB3EA-67BE-4806-ADB7-6BC6CE1ED1E0}" destId="{52275A09-5705-4108-A8F6-674BF36BC4BC}" srcOrd="0" destOrd="0" presId="urn:microsoft.com/office/officeart/2018/2/layout/IconCircleList"/>
    <dgm:cxn modelId="{D30E6C23-98E8-4BED-A650-A02293442421}" srcId="{EB137DC4-6DCC-4774-A9B1-E420A065349E}" destId="{042F20B9-00CD-46EA-8482-B94E8E194869}" srcOrd="2" destOrd="0" parTransId="{5B595E80-153D-4200-9ABB-2F81FE93832D}" sibTransId="{D6FCB3EA-67BE-4806-ADB7-6BC6CE1ED1E0}"/>
    <dgm:cxn modelId="{0D8AE92F-6074-4501-9453-5687C68D4B15}" type="presOf" srcId="{6E27B57F-08CF-4250-ABAA-A826D6E0D573}" destId="{5B89CBCF-FD8D-4885-9754-CC77E890CA55}" srcOrd="0" destOrd="0" presId="urn:microsoft.com/office/officeart/2018/2/layout/IconCircleList"/>
    <dgm:cxn modelId="{BEC1C449-0B42-48E6-BB43-9C1C3B322E78}" type="presOf" srcId="{F1C9D8DC-CA27-42FD-A8E6-CD5BA9FFB4A9}" destId="{AB12E357-21CD-490D-A076-29C73B27DF5A}" srcOrd="0" destOrd="0" presId="urn:microsoft.com/office/officeart/2018/2/layout/IconCircleList"/>
    <dgm:cxn modelId="{0FEC306C-8AA8-430F-A936-EBC86E8FF6E0}" type="presOf" srcId="{0D0477EA-F35B-48AB-98DD-DB32F18E97DD}" destId="{36E05723-1115-4A49-952D-3DC512DC459B}" srcOrd="0" destOrd="0" presId="urn:microsoft.com/office/officeart/2018/2/layout/IconCircleList"/>
    <dgm:cxn modelId="{57C3F376-E6F0-4C8C-ABCB-A603CFC3FCF1}" srcId="{EB137DC4-6DCC-4774-A9B1-E420A065349E}" destId="{F1C9D8DC-CA27-42FD-A8E6-CD5BA9FFB4A9}" srcOrd="0" destOrd="0" parTransId="{5C2F4298-469F-41B0-A0E9-52DFD7B7CDBE}" sibTransId="{6E27B57F-08CF-4250-ABAA-A826D6E0D573}"/>
    <dgm:cxn modelId="{84577B7D-E325-4F53-A279-1738085DFBAD}" type="presOf" srcId="{EB137DC4-6DCC-4774-A9B1-E420A065349E}" destId="{5D547029-4369-4069-8E03-0286551BF39B}" srcOrd="0" destOrd="0" presId="urn:microsoft.com/office/officeart/2018/2/layout/IconCircleList"/>
    <dgm:cxn modelId="{8FB37686-9753-4BFA-BCC3-6B38A2488F12}" type="presOf" srcId="{E8268231-2D17-452F-AB33-9CDE3A322F47}" destId="{F96DC155-EB3D-453C-B6F2-476117835420}" srcOrd="0" destOrd="0" presId="urn:microsoft.com/office/officeart/2018/2/layout/IconCircleList"/>
    <dgm:cxn modelId="{417BFBCE-C520-4CC1-824F-8EC1DEEAB892}" type="presOf" srcId="{042F20B9-00CD-46EA-8482-B94E8E194869}" destId="{7B1B11D7-D56D-4F71-9A33-A40EACE44D0F}" srcOrd="0" destOrd="0" presId="urn:microsoft.com/office/officeart/2018/2/layout/IconCircleList"/>
    <dgm:cxn modelId="{B7C92DF2-72DF-4E29-9F09-70F65C4C7689}" srcId="{EB137DC4-6DCC-4774-A9B1-E420A065349E}" destId="{9A78286B-147B-4EFD-AED4-F00932EC4211}" srcOrd="3" destOrd="0" parTransId="{9B63F75A-E8D2-4BAB-A095-C0450A372C30}" sibTransId="{5ECB599C-4360-4DC5-A154-79D128FB72C9}"/>
    <dgm:cxn modelId="{29F07CF3-F7AB-40BA-A9CA-2869AB3310C5}" srcId="{EB137DC4-6DCC-4774-A9B1-E420A065349E}" destId="{0D0477EA-F35B-48AB-98DD-DB32F18E97DD}" srcOrd="1" destOrd="0" parTransId="{45C569A0-45BC-4634-AB76-BAFE69500DA5}" sibTransId="{E8268231-2D17-452F-AB33-9CDE3A322F47}"/>
    <dgm:cxn modelId="{47B2B88F-CCD8-46BD-B6C9-3726723E1468}" type="presParOf" srcId="{5D547029-4369-4069-8E03-0286551BF39B}" destId="{9F7A67FE-1A65-41D3-8215-D6C94DAE7BE7}" srcOrd="0" destOrd="0" presId="urn:microsoft.com/office/officeart/2018/2/layout/IconCircleList"/>
    <dgm:cxn modelId="{3E019665-3D98-4467-81F8-C46B57A31DBF}" type="presParOf" srcId="{9F7A67FE-1A65-41D3-8215-D6C94DAE7BE7}" destId="{91ADE52E-FE01-4AC3-BD41-51E4A667C711}" srcOrd="0" destOrd="0" presId="urn:microsoft.com/office/officeart/2018/2/layout/IconCircleList"/>
    <dgm:cxn modelId="{F03C3A29-938D-4D8F-B8C7-1BCC5D32F120}" type="presParOf" srcId="{91ADE52E-FE01-4AC3-BD41-51E4A667C711}" destId="{1271B080-0DF1-4D77-B9B0-EDE5B6DB6FDA}" srcOrd="0" destOrd="0" presId="urn:microsoft.com/office/officeart/2018/2/layout/IconCircleList"/>
    <dgm:cxn modelId="{D9F7399A-B0F3-4445-941E-9D4A09DFD5F1}" type="presParOf" srcId="{91ADE52E-FE01-4AC3-BD41-51E4A667C711}" destId="{943ED121-FEAE-456D-8E2F-A92D0DB3DCDB}" srcOrd="1" destOrd="0" presId="urn:microsoft.com/office/officeart/2018/2/layout/IconCircleList"/>
    <dgm:cxn modelId="{769AC060-AFB8-4308-9638-3CD3C1998C9D}" type="presParOf" srcId="{91ADE52E-FE01-4AC3-BD41-51E4A667C711}" destId="{1126E9A0-E883-41CD-BFC6-A31289192E0B}" srcOrd="2" destOrd="0" presId="urn:microsoft.com/office/officeart/2018/2/layout/IconCircleList"/>
    <dgm:cxn modelId="{F32BB8D3-8AEB-4F9B-81D5-BF63F3A77E4F}" type="presParOf" srcId="{91ADE52E-FE01-4AC3-BD41-51E4A667C711}" destId="{AB12E357-21CD-490D-A076-29C73B27DF5A}" srcOrd="3" destOrd="0" presId="urn:microsoft.com/office/officeart/2018/2/layout/IconCircleList"/>
    <dgm:cxn modelId="{40ACBEE1-79BE-4E83-82CA-8FAD44B1F4A7}" type="presParOf" srcId="{9F7A67FE-1A65-41D3-8215-D6C94DAE7BE7}" destId="{5B89CBCF-FD8D-4885-9754-CC77E890CA55}" srcOrd="1" destOrd="0" presId="urn:microsoft.com/office/officeart/2018/2/layout/IconCircleList"/>
    <dgm:cxn modelId="{4534D016-9CE2-4B6F-9304-4478A71D0F51}" type="presParOf" srcId="{9F7A67FE-1A65-41D3-8215-D6C94DAE7BE7}" destId="{8D0E3A0A-AC15-43BF-9800-FB1FE5F4CB12}" srcOrd="2" destOrd="0" presId="urn:microsoft.com/office/officeart/2018/2/layout/IconCircleList"/>
    <dgm:cxn modelId="{7082E1B2-91DF-441F-A4ED-A31F55A7BB54}" type="presParOf" srcId="{8D0E3A0A-AC15-43BF-9800-FB1FE5F4CB12}" destId="{3A270CEE-EC29-4A7C-9D1B-9515193055EE}" srcOrd="0" destOrd="0" presId="urn:microsoft.com/office/officeart/2018/2/layout/IconCircleList"/>
    <dgm:cxn modelId="{899E8D2E-EEFA-439D-9061-1D928780E349}" type="presParOf" srcId="{8D0E3A0A-AC15-43BF-9800-FB1FE5F4CB12}" destId="{9D528168-3B08-4BDF-A286-BBF6F6D131F3}" srcOrd="1" destOrd="0" presId="urn:microsoft.com/office/officeart/2018/2/layout/IconCircleList"/>
    <dgm:cxn modelId="{5E24D4C4-447B-4830-9037-25D02E135A53}" type="presParOf" srcId="{8D0E3A0A-AC15-43BF-9800-FB1FE5F4CB12}" destId="{51C2600D-143C-4356-9F03-CEE83BFE5210}" srcOrd="2" destOrd="0" presId="urn:microsoft.com/office/officeart/2018/2/layout/IconCircleList"/>
    <dgm:cxn modelId="{7B051A67-8D99-4C16-A6F7-2F804C232821}" type="presParOf" srcId="{8D0E3A0A-AC15-43BF-9800-FB1FE5F4CB12}" destId="{36E05723-1115-4A49-952D-3DC512DC459B}" srcOrd="3" destOrd="0" presId="urn:microsoft.com/office/officeart/2018/2/layout/IconCircleList"/>
    <dgm:cxn modelId="{B8FE6319-AD75-4633-B87B-D2A2D89A5D57}" type="presParOf" srcId="{9F7A67FE-1A65-41D3-8215-D6C94DAE7BE7}" destId="{F96DC155-EB3D-453C-B6F2-476117835420}" srcOrd="3" destOrd="0" presId="urn:microsoft.com/office/officeart/2018/2/layout/IconCircleList"/>
    <dgm:cxn modelId="{4A054F73-A2DF-43AF-BDC1-7ECAB99A9867}" type="presParOf" srcId="{9F7A67FE-1A65-41D3-8215-D6C94DAE7BE7}" destId="{8222CD4A-5EFD-43A8-A805-C8029400B104}" srcOrd="4" destOrd="0" presId="urn:microsoft.com/office/officeart/2018/2/layout/IconCircleList"/>
    <dgm:cxn modelId="{DF93D2F5-6ADE-4EDD-8389-43AF9B6F16E1}" type="presParOf" srcId="{8222CD4A-5EFD-43A8-A805-C8029400B104}" destId="{46F1EB16-C771-42C7-AC93-84A76E67AB63}" srcOrd="0" destOrd="0" presId="urn:microsoft.com/office/officeart/2018/2/layout/IconCircleList"/>
    <dgm:cxn modelId="{A490225F-6AC4-4B0D-9D21-DBB4ED12FBE7}" type="presParOf" srcId="{8222CD4A-5EFD-43A8-A805-C8029400B104}" destId="{CE0852A2-C647-4D7E-B710-1153BFD95DF4}" srcOrd="1" destOrd="0" presId="urn:microsoft.com/office/officeart/2018/2/layout/IconCircleList"/>
    <dgm:cxn modelId="{C6AE8A12-4161-4046-8546-A4FFFAD42A45}" type="presParOf" srcId="{8222CD4A-5EFD-43A8-A805-C8029400B104}" destId="{B16F9BD5-4B11-4FD1-99B4-B3F0336DA46D}" srcOrd="2" destOrd="0" presId="urn:microsoft.com/office/officeart/2018/2/layout/IconCircleList"/>
    <dgm:cxn modelId="{65059FC6-DDEF-47B7-ACD1-6079FB5754C1}" type="presParOf" srcId="{8222CD4A-5EFD-43A8-A805-C8029400B104}" destId="{7B1B11D7-D56D-4F71-9A33-A40EACE44D0F}" srcOrd="3" destOrd="0" presId="urn:microsoft.com/office/officeart/2018/2/layout/IconCircleList"/>
    <dgm:cxn modelId="{0FBEC84F-D3ED-46B2-A0AA-52ED226A63B3}" type="presParOf" srcId="{9F7A67FE-1A65-41D3-8215-D6C94DAE7BE7}" destId="{52275A09-5705-4108-A8F6-674BF36BC4BC}" srcOrd="5" destOrd="0" presId="urn:microsoft.com/office/officeart/2018/2/layout/IconCircleList"/>
    <dgm:cxn modelId="{B2FE1563-8DBD-4067-AB61-EC77C0C382AC}" type="presParOf" srcId="{9F7A67FE-1A65-41D3-8215-D6C94DAE7BE7}" destId="{52494EC4-1AD2-42DD-9005-3C53785F6D25}" srcOrd="6" destOrd="0" presId="urn:microsoft.com/office/officeart/2018/2/layout/IconCircleList"/>
    <dgm:cxn modelId="{B867B3EB-41AD-45AB-8457-0FE1EDC80639}" type="presParOf" srcId="{52494EC4-1AD2-42DD-9005-3C53785F6D25}" destId="{5BC03021-23BD-46CD-83C5-3E8F8B8356B9}" srcOrd="0" destOrd="0" presId="urn:microsoft.com/office/officeart/2018/2/layout/IconCircleList"/>
    <dgm:cxn modelId="{BFC6F805-5807-42DA-ADC8-73C60206C1CC}" type="presParOf" srcId="{52494EC4-1AD2-42DD-9005-3C53785F6D25}" destId="{DF34C37C-DF21-4117-9D03-219628FE56E0}" srcOrd="1" destOrd="0" presId="urn:microsoft.com/office/officeart/2018/2/layout/IconCircleList"/>
    <dgm:cxn modelId="{0BE95B8C-CBC7-4830-8A24-FDCFD2705E0A}" type="presParOf" srcId="{52494EC4-1AD2-42DD-9005-3C53785F6D25}" destId="{19A91038-DF09-4A5F-9532-11C1B4F9FCD2}" srcOrd="2" destOrd="0" presId="urn:microsoft.com/office/officeart/2018/2/layout/IconCircleList"/>
    <dgm:cxn modelId="{0A4631D9-6F75-4DC7-AC1C-84284D1C56D0}" type="presParOf" srcId="{52494EC4-1AD2-42DD-9005-3C53785F6D25}" destId="{26BC92DA-C52C-498E-BF3F-8B162A185EB9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00F0BC32-7255-411C-BED5-CB59316B69D7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D581DA10-5721-4611-AD38-38B463B7E50C}">
      <dgm:prSet/>
      <dgm:spPr/>
      <dgm:t>
        <a:bodyPr/>
        <a:lstStyle/>
        <a:p>
          <a:pPr>
            <a:defRPr cap="all"/>
          </a:pPr>
          <a:r>
            <a:rPr lang="en-US"/>
            <a:t>Improved video accessibility and engagement.</a:t>
          </a:r>
        </a:p>
      </dgm:t>
    </dgm:pt>
    <dgm:pt modelId="{15CE209C-90FB-45AC-A90A-9992508BA84A}" type="parTrans" cxnId="{872CEF05-3B51-45E9-92D2-A9FEAA3302BB}">
      <dgm:prSet/>
      <dgm:spPr/>
      <dgm:t>
        <a:bodyPr/>
        <a:lstStyle/>
        <a:p>
          <a:endParaRPr lang="en-US"/>
        </a:p>
      </dgm:t>
    </dgm:pt>
    <dgm:pt modelId="{D364A995-7DF9-4298-96AF-0A899B1B700C}" type="sibTrans" cxnId="{872CEF05-3B51-45E9-92D2-A9FEAA3302BB}">
      <dgm:prSet/>
      <dgm:spPr/>
      <dgm:t>
        <a:bodyPr/>
        <a:lstStyle/>
        <a:p>
          <a:endParaRPr lang="en-US"/>
        </a:p>
      </dgm:t>
    </dgm:pt>
    <dgm:pt modelId="{5C6BE3AD-9DF6-45BD-B4F2-48966A6AA4D8}">
      <dgm:prSet/>
      <dgm:spPr/>
      <dgm:t>
        <a:bodyPr/>
        <a:lstStyle/>
        <a:p>
          <a:pPr>
            <a:defRPr cap="all"/>
          </a:pPr>
          <a:r>
            <a:rPr lang="en-US"/>
            <a:t>Timesaving for educators, businesses, and content creators.</a:t>
          </a:r>
        </a:p>
      </dgm:t>
    </dgm:pt>
    <dgm:pt modelId="{40511491-E39F-4E9A-BA47-90956E9DD58C}" type="parTrans" cxnId="{EBA363E8-EAD9-4626-B52D-0756B16A5485}">
      <dgm:prSet/>
      <dgm:spPr/>
      <dgm:t>
        <a:bodyPr/>
        <a:lstStyle/>
        <a:p>
          <a:endParaRPr lang="en-US"/>
        </a:p>
      </dgm:t>
    </dgm:pt>
    <dgm:pt modelId="{5572DAE1-D94C-4910-8FDB-2BE51FD188CC}" type="sibTrans" cxnId="{EBA363E8-EAD9-4626-B52D-0756B16A5485}">
      <dgm:prSet/>
      <dgm:spPr/>
      <dgm:t>
        <a:bodyPr/>
        <a:lstStyle/>
        <a:p>
          <a:endParaRPr lang="en-US"/>
        </a:p>
      </dgm:t>
    </dgm:pt>
    <dgm:pt modelId="{1378BB76-D9A9-4D6B-AB0E-A0289A9EAE71}">
      <dgm:prSet/>
      <dgm:spPr/>
      <dgm:t>
        <a:bodyPr/>
        <a:lstStyle/>
        <a:p>
          <a:pPr>
            <a:defRPr cap="all"/>
          </a:pPr>
          <a:r>
            <a:rPr lang="en-US"/>
            <a:t>Scalable solution for multiple industries.</a:t>
          </a:r>
        </a:p>
      </dgm:t>
    </dgm:pt>
    <dgm:pt modelId="{86B3F9B3-02D1-49A5-9A0C-32E5B9C7ED75}" type="parTrans" cxnId="{D91AD0BF-AEF7-472A-A116-A0660C968714}">
      <dgm:prSet/>
      <dgm:spPr/>
      <dgm:t>
        <a:bodyPr/>
        <a:lstStyle/>
        <a:p>
          <a:endParaRPr lang="en-US"/>
        </a:p>
      </dgm:t>
    </dgm:pt>
    <dgm:pt modelId="{AE22A219-08F1-498A-954C-2A6BB40BF9C0}" type="sibTrans" cxnId="{D91AD0BF-AEF7-472A-A116-A0660C968714}">
      <dgm:prSet/>
      <dgm:spPr/>
      <dgm:t>
        <a:bodyPr/>
        <a:lstStyle/>
        <a:p>
          <a:endParaRPr lang="en-US"/>
        </a:p>
      </dgm:t>
    </dgm:pt>
    <dgm:pt modelId="{BBD4DBF3-6BCE-46BD-8C08-C536A61DAA62}">
      <dgm:prSet/>
      <dgm:spPr/>
      <dgm:t>
        <a:bodyPr/>
        <a:lstStyle/>
        <a:p>
          <a:pPr>
            <a:defRPr cap="all"/>
          </a:pPr>
          <a:r>
            <a:rPr lang="en-US"/>
            <a:t>Future expansion to multilanguage support and API integration.</a:t>
          </a:r>
        </a:p>
      </dgm:t>
    </dgm:pt>
    <dgm:pt modelId="{5B22DD9B-2A2C-463B-8CD3-E27417FE4704}" type="parTrans" cxnId="{49DB9AB1-0404-4358-9736-3A9880AEB7B5}">
      <dgm:prSet/>
      <dgm:spPr/>
      <dgm:t>
        <a:bodyPr/>
        <a:lstStyle/>
        <a:p>
          <a:endParaRPr lang="en-US"/>
        </a:p>
      </dgm:t>
    </dgm:pt>
    <dgm:pt modelId="{57FF8157-63C8-4203-9661-57F50F232D48}" type="sibTrans" cxnId="{49DB9AB1-0404-4358-9736-3A9880AEB7B5}">
      <dgm:prSet/>
      <dgm:spPr/>
      <dgm:t>
        <a:bodyPr/>
        <a:lstStyle/>
        <a:p>
          <a:endParaRPr lang="en-US"/>
        </a:p>
      </dgm:t>
    </dgm:pt>
    <dgm:pt modelId="{4922D88C-9B69-42A8-9981-865B8665FF88}" type="pres">
      <dgm:prSet presAssocID="{00F0BC32-7255-411C-BED5-CB59316B69D7}" presName="root" presStyleCnt="0">
        <dgm:presLayoutVars>
          <dgm:dir/>
          <dgm:resizeHandles val="exact"/>
        </dgm:presLayoutVars>
      </dgm:prSet>
      <dgm:spPr/>
    </dgm:pt>
    <dgm:pt modelId="{A270ED2D-98B9-41F8-B006-F4DD6038BC20}" type="pres">
      <dgm:prSet presAssocID="{D581DA10-5721-4611-AD38-38B463B7E50C}" presName="compNode" presStyleCnt="0"/>
      <dgm:spPr/>
    </dgm:pt>
    <dgm:pt modelId="{836BCE3D-AAAC-44BC-92FC-C23F7B708E10}" type="pres">
      <dgm:prSet presAssocID="{D581DA10-5721-4611-AD38-38B463B7E50C}" presName="iconBgRect" presStyleLbl="bgShp" presStyleIdx="0" presStyleCnt="4"/>
      <dgm:spPr/>
    </dgm:pt>
    <dgm:pt modelId="{05CD893F-EBD7-4BDF-B57C-D30FC0C0B324}" type="pres">
      <dgm:prSet presAssocID="{D581DA10-5721-4611-AD38-38B463B7E50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ideo camera"/>
        </a:ext>
      </dgm:extLst>
    </dgm:pt>
    <dgm:pt modelId="{9699C7D9-576B-417C-B899-C7D28EAFD03F}" type="pres">
      <dgm:prSet presAssocID="{D581DA10-5721-4611-AD38-38B463B7E50C}" presName="spaceRect" presStyleCnt="0"/>
      <dgm:spPr/>
    </dgm:pt>
    <dgm:pt modelId="{9BB84DAB-4BB3-4B63-9670-4BB139181F95}" type="pres">
      <dgm:prSet presAssocID="{D581DA10-5721-4611-AD38-38B463B7E50C}" presName="textRect" presStyleLbl="revTx" presStyleIdx="0" presStyleCnt="4">
        <dgm:presLayoutVars>
          <dgm:chMax val="1"/>
          <dgm:chPref val="1"/>
        </dgm:presLayoutVars>
      </dgm:prSet>
      <dgm:spPr/>
    </dgm:pt>
    <dgm:pt modelId="{5A55A9AD-C663-4AFE-B913-1B2472E9D350}" type="pres">
      <dgm:prSet presAssocID="{D364A995-7DF9-4298-96AF-0A899B1B700C}" presName="sibTrans" presStyleCnt="0"/>
      <dgm:spPr/>
    </dgm:pt>
    <dgm:pt modelId="{20DB3281-0874-426D-84AB-C076B85D0793}" type="pres">
      <dgm:prSet presAssocID="{5C6BE3AD-9DF6-45BD-B4F2-48966A6AA4D8}" presName="compNode" presStyleCnt="0"/>
      <dgm:spPr/>
    </dgm:pt>
    <dgm:pt modelId="{3604B5E0-B36A-4565-AF06-72FF5A79767A}" type="pres">
      <dgm:prSet presAssocID="{5C6BE3AD-9DF6-45BD-B4F2-48966A6AA4D8}" presName="iconBgRect" presStyleLbl="bgShp" presStyleIdx="1" presStyleCnt="4"/>
      <dgm:spPr/>
    </dgm:pt>
    <dgm:pt modelId="{14254997-7846-4D1C-91E0-02A6030925C4}" type="pres">
      <dgm:prSet presAssocID="{5C6BE3AD-9DF6-45BD-B4F2-48966A6AA4D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E5189541-A9C8-49AE-8145-633A6D6E8FBF}" type="pres">
      <dgm:prSet presAssocID="{5C6BE3AD-9DF6-45BD-B4F2-48966A6AA4D8}" presName="spaceRect" presStyleCnt="0"/>
      <dgm:spPr/>
    </dgm:pt>
    <dgm:pt modelId="{CB44890E-53F5-4422-8421-4183216DD5AD}" type="pres">
      <dgm:prSet presAssocID="{5C6BE3AD-9DF6-45BD-B4F2-48966A6AA4D8}" presName="textRect" presStyleLbl="revTx" presStyleIdx="1" presStyleCnt="4">
        <dgm:presLayoutVars>
          <dgm:chMax val="1"/>
          <dgm:chPref val="1"/>
        </dgm:presLayoutVars>
      </dgm:prSet>
      <dgm:spPr/>
    </dgm:pt>
    <dgm:pt modelId="{3851FF56-643F-4C67-8328-01E8B5D6B29A}" type="pres">
      <dgm:prSet presAssocID="{5572DAE1-D94C-4910-8FDB-2BE51FD188CC}" presName="sibTrans" presStyleCnt="0"/>
      <dgm:spPr/>
    </dgm:pt>
    <dgm:pt modelId="{8B9826D2-D125-48E3-B691-FE3AD7E0011C}" type="pres">
      <dgm:prSet presAssocID="{1378BB76-D9A9-4D6B-AB0E-A0289A9EAE71}" presName="compNode" presStyleCnt="0"/>
      <dgm:spPr/>
    </dgm:pt>
    <dgm:pt modelId="{ADF4CB11-6796-4E3E-99FC-8671E5ACA148}" type="pres">
      <dgm:prSet presAssocID="{1378BB76-D9A9-4D6B-AB0E-A0289A9EAE71}" presName="iconBgRect" presStyleLbl="bgShp" presStyleIdx="2" presStyleCnt="4"/>
      <dgm:spPr/>
    </dgm:pt>
    <dgm:pt modelId="{B486C157-D1F8-413C-9823-73EA456C4668}" type="pres">
      <dgm:prSet presAssocID="{1378BB76-D9A9-4D6B-AB0E-A0289A9EAE7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ctory"/>
        </a:ext>
      </dgm:extLst>
    </dgm:pt>
    <dgm:pt modelId="{DE2B9B59-0C71-4B94-8637-A14D0C647F05}" type="pres">
      <dgm:prSet presAssocID="{1378BB76-D9A9-4D6B-AB0E-A0289A9EAE71}" presName="spaceRect" presStyleCnt="0"/>
      <dgm:spPr/>
    </dgm:pt>
    <dgm:pt modelId="{D3821F3C-0AB9-4902-84E4-99EA68D16067}" type="pres">
      <dgm:prSet presAssocID="{1378BB76-D9A9-4D6B-AB0E-A0289A9EAE71}" presName="textRect" presStyleLbl="revTx" presStyleIdx="2" presStyleCnt="4">
        <dgm:presLayoutVars>
          <dgm:chMax val="1"/>
          <dgm:chPref val="1"/>
        </dgm:presLayoutVars>
      </dgm:prSet>
      <dgm:spPr/>
    </dgm:pt>
    <dgm:pt modelId="{7F86EB2D-B73B-4997-9C05-39AEF0DC1AB6}" type="pres">
      <dgm:prSet presAssocID="{AE22A219-08F1-498A-954C-2A6BB40BF9C0}" presName="sibTrans" presStyleCnt="0"/>
      <dgm:spPr/>
    </dgm:pt>
    <dgm:pt modelId="{2A1565D9-735B-4AAF-A21E-5449C712DA25}" type="pres">
      <dgm:prSet presAssocID="{BBD4DBF3-6BCE-46BD-8C08-C536A61DAA62}" presName="compNode" presStyleCnt="0"/>
      <dgm:spPr/>
    </dgm:pt>
    <dgm:pt modelId="{913F720C-C4FB-4A2E-924A-B7BE0AA02D5D}" type="pres">
      <dgm:prSet presAssocID="{BBD4DBF3-6BCE-46BD-8C08-C536A61DAA62}" presName="iconBgRect" presStyleLbl="bgShp" presStyleIdx="3" presStyleCnt="4"/>
      <dgm:spPr/>
    </dgm:pt>
    <dgm:pt modelId="{C1B0C1DE-0AB2-4949-BE21-AC1E2A120B7A}" type="pres">
      <dgm:prSet presAssocID="{BBD4DBF3-6BCE-46BD-8C08-C536A61DAA6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15EF4EE3-A46B-4E0C-825C-83F36015C352}" type="pres">
      <dgm:prSet presAssocID="{BBD4DBF3-6BCE-46BD-8C08-C536A61DAA62}" presName="spaceRect" presStyleCnt="0"/>
      <dgm:spPr/>
    </dgm:pt>
    <dgm:pt modelId="{B5C835A0-F695-4017-856B-EA0669E949C3}" type="pres">
      <dgm:prSet presAssocID="{BBD4DBF3-6BCE-46BD-8C08-C536A61DAA6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872CEF05-3B51-45E9-92D2-A9FEAA3302BB}" srcId="{00F0BC32-7255-411C-BED5-CB59316B69D7}" destId="{D581DA10-5721-4611-AD38-38B463B7E50C}" srcOrd="0" destOrd="0" parTransId="{15CE209C-90FB-45AC-A90A-9992508BA84A}" sibTransId="{D364A995-7DF9-4298-96AF-0A899B1B700C}"/>
    <dgm:cxn modelId="{81878825-C38B-497B-A785-89FF6DDB179A}" type="presOf" srcId="{00F0BC32-7255-411C-BED5-CB59316B69D7}" destId="{4922D88C-9B69-42A8-9981-865B8665FF88}" srcOrd="0" destOrd="0" presId="urn:microsoft.com/office/officeart/2018/5/layout/IconCircleLabelList"/>
    <dgm:cxn modelId="{3C301D37-4C48-4A75-BC13-2AE86C23FEA3}" type="presOf" srcId="{5C6BE3AD-9DF6-45BD-B4F2-48966A6AA4D8}" destId="{CB44890E-53F5-4422-8421-4183216DD5AD}" srcOrd="0" destOrd="0" presId="urn:microsoft.com/office/officeart/2018/5/layout/IconCircleLabelList"/>
    <dgm:cxn modelId="{34917652-DC8B-4A61-8DD1-1560BDC0FCE4}" type="presOf" srcId="{BBD4DBF3-6BCE-46BD-8C08-C536A61DAA62}" destId="{B5C835A0-F695-4017-856B-EA0669E949C3}" srcOrd="0" destOrd="0" presId="urn:microsoft.com/office/officeart/2018/5/layout/IconCircleLabelList"/>
    <dgm:cxn modelId="{628384A3-BF2B-4B5A-97A1-F8B89C021B93}" type="presOf" srcId="{D581DA10-5721-4611-AD38-38B463B7E50C}" destId="{9BB84DAB-4BB3-4B63-9670-4BB139181F95}" srcOrd="0" destOrd="0" presId="urn:microsoft.com/office/officeart/2018/5/layout/IconCircleLabelList"/>
    <dgm:cxn modelId="{49DB9AB1-0404-4358-9736-3A9880AEB7B5}" srcId="{00F0BC32-7255-411C-BED5-CB59316B69D7}" destId="{BBD4DBF3-6BCE-46BD-8C08-C536A61DAA62}" srcOrd="3" destOrd="0" parTransId="{5B22DD9B-2A2C-463B-8CD3-E27417FE4704}" sibTransId="{57FF8157-63C8-4203-9661-57F50F232D48}"/>
    <dgm:cxn modelId="{D91AD0BF-AEF7-472A-A116-A0660C968714}" srcId="{00F0BC32-7255-411C-BED5-CB59316B69D7}" destId="{1378BB76-D9A9-4D6B-AB0E-A0289A9EAE71}" srcOrd="2" destOrd="0" parTransId="{86B3F9B3-02D1-49A5-9A0C-32E5B9C7ED75}" sibTransId="{AE22A219-08F1-498A-954C-2A6BB40BF9C0}"/>
    <dgm:cxn modelId="{B87611E5-5A31-4E79-9077-3908C4906FDA}" type="presOf" srcId="{1378BB76-D9A9-4D6B-AB0E-A0289A9EAE71}" destId="{D3821F3C-0AB9-4902-84E4-99EA68D16067}" srcOrd="0" destOrd="0" presId="urn:microsoft.com/office/officeart/2018/5/layout/IconCircleLabelList"/>
    <dgm:cxn modelId="{EBA363E8-EAD9-4626-B52D-0756B16A5485}" srcId="{00F0BC32-7255-411C-BED5-CB59316B69D7}" destId="{5C6BE3AD-9DF6-45BD-B4F2-48966A6AA4D8}" srcOrd="1" destOrd="0" parTransId="{40511491-E39F-4E9A-BA47-90956E9DD58C}" sibTransId="{5572DAE1-D94C-4910-8FDB-2BE51FD188CC}"/>
    <dgm:cxn modelId="{E92A5A6D-8ADF-4A35-8930-21A3CA017459}" type="presParOf" srcId="{4922D88C-9B69-42A8-9981-865B8665FF88}" destId="{A270ED2D-98B9-41F8-B006-F4DD6038BC20}" srcOrd="0" destOrd="0" presId="urn:microsoft.com/office/officeart/2018/5/layout/IconCircleLabelList"/>
    <dgm:cxn modelId="{67803DBB-68A4-428F-A890-6B328B74A777}" type="presParOf" srcId="{A270ED2D-98B9-41F8-B006-F4DD6038BC20}" destId="{836BCE3D-AAAC-44BC-92FC-C23F7B708E10}" srcOrd="0" destOrd="0" presId="urn:microsoft.com/office/officeart/2018/5/layout/IconCircleLabelList"/>
    <dgm:cxn modelId="{6843DAE5-F356-4027-9789-28ABB973C169}" type="presParOf" srcId="{A270ED2D-98B9-41F8-B006-F4DD6038BC20}" destId="{05CD893F-EBD7-4BDF-B57C-D30FC0C0B324}" srcOrd="1" destOrd="0" presId="urn:microsoft.com/office/officeart/2018/5/layout/IconCircleLabelList"/>
    <dgm:cxn modelId="{72261467-DDC1-4210-8EB0-112F34C1AA7C}" type="presParOf" srcId="{A270ED2D-98B9-41F8-B006-F4DD6038BC20}" destId="{9699C7D9-576B-417C-B899-C7D28EAFD03F}" srcOrd="2" destOrd="0" presId="urn:microsoft.com/office/officeart/2018/5/layout/IconCircleLabelList"/>
    <dgm:cxn modelId="{54712349-8C8B-4EDB-B83D-33BC4AEEE879}" type="presParOf" srcId="{A270ED2D-98B9-41F8-B006-F4DD6038BC20}" destId="{9BB84DAB-4BB3-4B63-9670-4BB139181F95}" srcOrd="3" destOrd="0" presId="urn:microsoft.com/office/officeart/2018/5/layout/IconCircleLabelList"/>
    <dgm:cxn modelId="{06B7D95C-F1B5-4F1F-8BA3-69FE35C011B4}" type="presParOf" srcId="{4922D88C-9B69-42A8-9981-865B8665FF88}" destId="{5A55A9AD-C663-4AFE-B913-1B2472E9D350}" srcOrd="1" destOrd="0" presId="urn:microsoft.com/office/officeart/2018/5/layout/IconCircleLabelList"/>
    <dgm:cxn modelId="{FF17DE64-7CF7-4D1B-A423-5E891FFD1668}" type="presParOf" srcId="{4922D88C-9B69-42A8-9981-865B8665FF88}" destId="{20DB3281-0874-426D-84AB-C076B85D0793}" srcOrd="2" destOrd="0" presId="urn:microsoft.com/office/officeart/2018/5/layout/IconCircleLabelList"/>
    <dgm:cxn modelId="{8BDAA3B3-AAB9-4FD1-BE0E-B0338101836C}" type="presParOf" srcId="{20DB3281-0874-426D-84AB-C076B85D0793}" destId="{3604B5E0-B36A-4565-AF06-72FF5A79767A}" srcOrd="0" destOrd="0" presId="urn:microsoft.com/office/officeart/2018/5/layout/IconCircleLabelList"/>
    <dgm:cxn modelId="{A658B4DA-6032-4B77-BBE5-E06FDB523963}" type="presParOf" srcId="{20DB3281-0874-426D-84AB-C076B85D0793}" destId="{14254997-7846-4D1C-91E0-02A6030925C4}" srcOrd="1" destOrd="0" presId="urn:microsoft.com/office/officeart/2018/5/layout/IconCircleLabelList"/>
    <dgm:cxn modelId="{A98F22B7-13DD-4ADE-9764-75C30393D05F}" type="presParOf" srcId="{20DB3281-0874-426D-84AB-C076B85D0793}" destId="{E5189541-A9C8-49AE-8145-633A6D6E8FBF}" srcOrd="2" destOrd="0" presId="urn:microsoft.com/office/officeart/2018/5/layout/IconCircleLabelList"/>
    <dgm:cxn modelId="{1AF20EB1-4228-4AAE-AD98-6EA3E7AA0D12}" type="presParOf" srcId="{20DB3281-0874-426D-84AB-C076B85D0793}" destId="{CB44890E-53F5-4422-8421-4183216DD5AD}" srcOrd="3" destOrd="0" presId="urn:microsoft.com/office/officeart/2018/5/layout/IconCircleLabelList"/>
    <dgm:cxn modelId="{DA27F5E4-B452-4220-ABC8-9F69E0E6D62E}" type="presParOf" srcId="{4922D88C-9B69-42A8-9981-865B8665FF88}" destId="{3851FF56-643F-4C67-8328-01E8B5D6B29A}" srcOrd="3" destOrd="0" presId="urn:microsoft.com/office/officeart/2018/5/layout/IconCircleLabelList"/>
    <dgm:cxn modelId="{CC1D8A7C-3151-499B-8535-A02A77DA1769}" type="presParOf" srcId="{4922D88C-9B69-42A8-9981-865B8665FF88}" destId="{8B9826D2-D125-48E3-B691-FE3AD7E0011C}" srcOrd="4" destOrd="0" presId="urn:microsoft.com/office/officeart/2018/5/layout/IconCircleLabelList"/>
    <dgm:cxn modelId="{BBCDAC98-0FF5-41D6-AEDB-1CABB3774055}" type="presParOf" srcId="{8B9826D2-D125-48E3-B691-FE3AD7E0011C}" destId="{ADF4CB11-6796-4E3E-99FC-8671E5ACA148}" srcOrd="0" destOrd="0" presId="urn:microsoft.com/office/officeart/2018/5/layout/IconCircleLabelList"/>
    <dgm:cxn modelId="{CC2B95C1-5FC1-47FA-B574-D03C0FA7BCF0}" type="presParOf" srcId="{8B9826D2-D125-48E3-B691-FE3AD7E0011C}" destId="{B486C157-D1F8-413C-9823-73EA456C4668}" srcOrd="1" destOrd="0" presId="urn:microsoft.com/office/officeart/2018/5/layout/IconCircleLabelList"/>
    <dgm:cxn modelId="{BC10EC17-33D2-4F50-BCF4-3A22E9D7D98B}" type="presParOf" srcId="{8B9826D2-D125-48E3-B691-FE3AD7E0011C}" destId="{DE2B9B59-0C71-4B94-8637-A14D0C647F05}" srcOrd="2" destOrd="0" presId="urn:microsoft.com/office/officeart/2018/5/layout/IconCircleLabelList"/>
    <dgm:cxn modelId="{A8D871B0-6C48-438D-A7F6-B7670A6560A8}" type="presParOf" srcId="{8B9826D2-D125-48E3-B691-FE3AD7E0011C}" destId="{D3821F3C-0AB9-4902-84E4-99EA68D16067}" srcOrd="3" destOrd="0" presId="urn:microsoft.com/office/officeart/2018/5/layout/IconCircleLabelList"/>
    <dgm:cxn modelId="{7DBE0AB6-6AEA-4ACE-A14F-67A6606B4677}" type="presParOf" srcId="{4922D88C-9B69-42A8-9981-865B8665FF88}" destId="{7F86EB2D-B73B-4997-9C05-39AEF0DC1AB6}" srcOrd="5" destOrd="0" presId="urn:microsoft.com/office/officeart/2018/5/layout/IconCircleLabelList"/>
    <dgm:cxn modelId="{25048A49-CB87-470F-A0AF-A0882B1AE649}" type="presParOf" srcId="{4922D88C-9B69-42A8-9981-865B8665FF88}" destId="{2A1565D9-735B-4AAF-A21E-5449C712DA25}" srcOrd="6" destOrd="0" presId="urn:microsoft.com/office/officeart/2018/5/layout/IconCircleLabelList"/>
    <dgm:cxn modelId="{D68FE301-3511-4846-8AAA-B79267BEDF53}" type="presParOf" srcId="{2A1565D9-735B-4AAF-A21E-5449C712DA25}" destId="{913F720C-C4FB-4A2E-924A-B7BE0AA02D5D}" srcOrd="0" destOrd="0" presId="urn:microsoft.com/office/officeart/2018/5/layout/IconCircleLabelList"/>
    <dgm:cxn modelId="{18C91422-477B-47DA-BD67-51379566A363}" type="presParOf" srcId="{2A1565D9-735B-4AAF-A21E-5449C712DA25}" destId="{C1B0C1DE-0AB2-4949-BE21-AC1E2A120B7A}" srcOrd="1" destOrd="0" presId="urn:microsoft.com/office/officeart/2018/5/layout/IconCircleLabelList"/>
    <dgm:cxn modelId="{7BB70657-AFD8-4B8A-B5A0-200899250E5F}" type="presParOf" srcId="{2A1565D9-735B-4AAF-A21E-5449C712DA25}" destId="{15EF4EE3-A46B-4E0C-825C-83F36015C352}" srcOrd="2" destOrd="0" presId="urn:microsoft.com/office/officeart/2018/5/layout/IconCircleLabelList"/>
    <dgm:cxn modelId="{E693D587-F803-45D4-82CB-76350D6CFDB9}" type="presParOf" srcId="{2A1565D9-735B-4AAF-A21E-5449C712DA25}" destId="{B5C835A0-F695-4017-856B-EA0669E949C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BCC6C26B-1CB9-47E0-8893-BCB9832CD608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AEA96D0-6FC3-46A2-BC34-BF88C553EDB7}">
      <dgm:prSet/>
      <dgm:spPr/>
      <dgm:t>
        <a:bodyPr/>
        <a:lstStyle/>
        <a:p>
          <a:r>
            <a:rPr lang="en-US"/>
            <a:t>Live demonstration of ClipHop.</a:t>
          </a:r>
        </a:p>
      </dgm:t>
    </dgm:pt>
    <dgm:pt modelId="{EEAB5952-B990-4F7C-9251-0AF78A20E8E0}" type="parTrans" cxnId="{39CEB5A3-F28E-49E0-9CB2-E341113D05C4}">
      <dgm:prSet/>
      <dgm:spPr/>
      <dgm:t>
        <a:bodyPr/>
        <a:lstStyle/>
        <a:p>
          <a:endParaRPr lang="en-US"/>
        </a:p>
      </dgm:t>
    </dgm:pt>
    <dgm:pt modelId="{7E7E52D0-E2F2-436B-914F-649793990C7E}" type="sibTrans" cxnId="{39CEB5A3-F28E-49E0-9CB2-E341113D05C4}">
      <dgm:prSet/>
      <dgm:spPr/>
      <dgm:t>
        <a:bodyPr/>
        <a:lstStyle/>
        <a:p>
          <a:endParaRPr lang="en-US"/>
        </a:p>
      </dgm:t>
    </dgm:pt>
    <dgm:pt modelId="{EA7F66FB-F030-4EB4-8FAF-044343DF32EF}">
      <dgm:prSet/>
      <dgm:spPr/>
      <dgm:t>
        <a:bodyPr/>
        <a:lstStyle/>
        <a:p>
          <a:r>
            <a:rPr lang="en-US"/>
            <a:t>Key functionalities and performance overview.</a:t>
          </a:r>
        </a:p>
      </dgm:t>
    </dgm:pt>
    <dgm:pt modelId="{4C279037-B095-4094-967A-7FCE73AC4450}" type="parTrans" cxnId="{BAEF55D8-E3B7-45A6-BB71-806C614916E1}">
      <dgm:prSet/>
      <dgm:spPr/>
      <dgm:t>
        <a:bodyPr/>
        <a:lstStyle/>
        <a:p>
          <a:endParaRPr lang="en-US"/>
        </a:p>
      </dgm:t>
    </dgm:pt>
    <dgm:pt modelId="{731F06AB-F699-499F-8055-A9F986125878}" type="sibTrans" cxnId="{BAEF55D8-E3B7-45A6-BB71-806C614916E1}">
      <dgm:prSet/>
      <dgm:spPr/>
      <dgm:t>
        <a:bodyPr/>
        <a:lstStyle/>
        <a:p>
          <a:endParaRPr lang="en-US"/>
        </a:p>
      </dgm:t>
    </dgm:pt>
    <dgm:pt modelId="{AFD2CC09-2751-4E49-9E2A-B44B166454FA}">
      <dgm:prSet/>
      <dgm:spPr/>
      <dgm:t>
        <a:bodyPr/>
        <a:lstStyle/>
        <a:p>
          <a:r>
            <a:rPr lang="en-US"/>
            <a:t>Current limitations and areas for improvement.</a:t>
          </a:r>
        </a:p>
      </dgm:t>
    </dgm:pt>
    <dgm:pt modelId="{06363B8F-DED2-4FEE-802C-3FEBBCDC7941}" type="parTrans" cxnId="{684E3C54-B117-4BB6-8211-A2708A7EC843}">
      <dgm:prSet/>
      <dgm:spPr/>
      <dgm:t>
        <a:bodyPr/>
        <a:lstStyle/>
        <a:p>
          <a:endParaRPr lang="en-US"/>
        </a:p>
      </dgm:t>
    </dgm:pt>
    <dgm:pt modelId="{7B17A914-AA00-4834-AFD0-B415996D37E9}" type="sibTrans" cxnId="{684E3C54-B117-4BB6-8211-A2708A7EC843}">
      <dgm:prSet/>
      <dgm:spPr/>
      <dgm:t>
        <a:bodyPr/>
        <a:lstStyle/>
        <a:p>
          <a:endParaRPr lang="en-US"/>
        </a:p>
      </dgm:t>
    </dgm:pt>
    <dgm:pt modelId="{50299B6E-C474-4C77-80F0-E7BF52D4B90E}" type="pres">
      <dgm:prSet presAssocID="{BCC6C26B-1CB9-47E0-8893-BCB9832CD60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32DEA14-91FA-4A5A-8053-21B9DF05B1C4}" type="pres">
      <dgm:prSet presAssocID="{4AEA96D0-6FC3-46A2-BC34-BF88C553EDB7}" presName="hierRoot1" presStyleCnt="0"/>
      <dgm:spPr/>
    </dgm:pt>
    <dgm:pt modelId="{A857C8B9-EE14-43B4-B0AA-BDC387D0AD8B}" type="pres">
      <dgm:prSet presAssocID="{4AEA96D0-6FC3-46A2-BC34-BF88C553EDB7}" presName="composite" presStyleCnt="0"/>
      <dgm:spPr/>
    </dgm:pt>
    <dgm:pt modelId="{E3CCB747-7062-4EE9-BBFF-9B9C92F6E823}" type="pres">
      <dgm:prSet presAssocID="{4AEA96D0-6FC3-46A2-BC34-BF88C553EDB7}" presName="background" presStyleLbl="node0" presStyleIdx="0" presStyleCnt="3"/>
      <dgm:spPr/>
    </dgm:pt>
    <dgm:pt modelId="{43E38B5D-72F7-41B6-B0DA-3B9E66408D26}" type="pres">
      <dgm:prSet presAssocID="{4AEA96D0-6FC3-46A2-BC34-BF88C553EDB7}" presName="text" presStyleLbl="fgAcc0" presStyleIdx="0" presStyleCnt="3">
        <dgm:presLayoutVars>
          <dgm:chPref val="3"/>
        </dgm:presLayoutVars>
      </dgm:prSet>
      <dgm:spPr/>
    </dgm:pt>
    <dgm:pt modelId="{C22A14C5-BA6D-42E2-9FC2-D8E810BD5B45}" type="pres">
      <dgm:prSet presAssocID="{4AEA96D0-6FC3-46A2-BC34-BF88C553EDB7}" presName="hierChild2" presStyleCnt="0"/>
      <dgm:spPr/>
    </dgm:pt>
    <dgm:pt modelId="{A4E71576-3263-4E5C-9B7B-7B2FF51061A0}" type="pres">
      <dgm:prSet presAssocID="{EA7F66FB-F030-4EB4-8FAF-044343DF32EF}" presName="hierRoot1" presStyleCnt="0"/>
      <dgm:spPr/>
    </dgm:pt>
    <dgm:pt modelId="{FCBC14D0-22FA-4E7D-9D21-C483EA220889}" type="pres">
      <dgm:prSet presAssocID="{EA7F66FB-F030-4EB4-8FAF-044343DF32EF}" presName="composite" presStyleCnt="0"/>
      <dgm:spPr/>
    </dgm:pt>
    <dgm:pt modelId="{617B67B6-B802-4FEF-8AC8-EBF4E75FFFEB}" type="pres">
      <dgm:prSet presAssocID="{EA7F66FB-F030-4EB4-8FAF-044343DF32EF}" presName="background" presStyleLbl="node0" presStyleIdx="1" presStyleCnt="3"/>
      <dgm:spPr/>
    </dgm:pt>
    <dgm:pt modelId="{24F15E25-A3DD-4AE2-A10B-78DB568E1BE2}" type="pres">
      <dgm:prSet presAssocID="{EA7F66FB-F030-4EB4-8FAF-044343DF32EF}" presName="text" presStyleLbl="fgAcc0" presStyleIdx="1" presStyleCnt="3">
        <dgm:presLayoutVars>
          <dgm:chPref val="3"/>
        </dgm:presLayoutVars>
      </dgm:prSet>
      <dgm:spPr/>
    </dgm:pt>
    <dgm:pt modelId="{4ABC0E4B-250A-420F-A2C8-E963AAF243D2}" type="pres">
      <dgm:prSet presAssocID="{EA7F66FB-F030-4EB4-8FAF-044343DF32EF}" presName="hierChild2" presStyleCnt="0"/>
      <dgm:spPr/>
    </dgm:pt>
    <dgm:pt modelId="{270FBF20-3EAE-43C5-8202-78E38FB5446B}" type="pres">
      <dgm:prSet presAssocID="{AFD2CC09-2751-4E49-9E2A-B44B166454FA}" presName="hierRoot1" presStyleCnt="0"/>
      <dgm:spPr/>
    </dgm:pt>
    <dgm:pt modelId="{AED58404-5548-44F3-8D6C-C56F18FF28D6}" type="pres">
      <dgm:prSet presAssocID="{AFD2CC09-2751-4E49-9E2A-B44B166454FA}" presName="composite" presStyleCnt="0"/>
      <dgm:spPr/>
    </dgm:pt>
    <dgm:pt modelId="{09CFC920-EA09-4253-BB10-C0801946F46D}" type="pres">
      <dgm:prSet presAssocID="{AFD2CC09-2751-4E49-9E2A-B44B166454FA}" presName="background" presStyleLbl="node0" presStyleIdx="2" presStyleCnt="3"/>
      <dgm:spPr/>
    </dgm:pt>
    <dgm:pt modelId="{40686BF2-CCB9-40C1-BD35-4A783B82947F}" type="pres">
      <dgm:prSet presAssocID="{AFD2CC09-2751-4E49-9E2A-B44B166454FA}" presName="text" presStyleLbl="fgAcc0" presStyleIdx="2" presStyleCnt="3">
        <dgm:presLayoutVars>
          <dgm:chPref val="3"/>
        </dgm:presLayoutVars>
      </dgm:prSet>
      <dgm:spPr/>
    </dgm:pt>
    <dgm:pt modelId="{98CFBDC3-139E-4EDC-B677-286E84BEAC19}" type="pres">
      <dgm:prSet presAssocID="{AFD2CC09-2751-4E49-9E2A-B44B166454FA}" presName="hierChild2" presStyleCnt="0"/>
      <dgm:spPr/>
    </dgm:pt>
  </dgm:ptLst>
  <dgm:cxnLst>
    <dgm:cxn modelId="{417D6B28-EA85-454B-B5E7-1A32E8B7FB59}" type="presOf" srcId="{AFD2CC09-2751-4E49-9E2A-B44B166454FA}" destId="{40686BF2-CCB9-40C1-BD35-4A783B82947F}" srcOrd="0" destOrd="0" presId="urn:microsoft.com/office/officeart/2005/8/layout/hierarchy1"/>
    <dgm:cxn modelId="{8313622D-FA9E-4B04-AFA7-9AC3E582D519}" type="presOf" srcId="{EA7F66FB-F030-4EB4-8FAF-044343DF32EF}" destId="{24F15E25-A3DD-4AE2-A10B-78DB568E1BE2}" srcOrd="0" destOrd="0" presId="urn:microsoft.com/office/officeart/2005/8/layout/hierarchy1"/>
    <dgm:cxn modelId="{684E3C54-B117-4BB6-8211-A2708A7EC843}" srcId="{BCC6C26B-1CB9-47E0-8893-BCB9832CD608}" destId="{AFD2CC09-2751-4E49-9E2A-B44B166454FA}" srcOrd="2" destOrd="0" parTransId="{06363B8F-DED2-4FEE-802C-3FEBBCDC7941}" sibTransId="{7B17A914-AA00-4834-AFD0-B415996D37E9}"/>
    <dgm:cxn modelId="{39CEB5A3-F28E-49E0-9CB2-E341113D05C4}" srcId="{BCC6C26B-1CB9-47E0-8893-BCB9832CD608}" destId="{4AEA96D0-6FC3-46A2-BC34-BF88C553EDB7}" srcOrd="0" destOrd="0" parTransId="{EEAB5952-B990-4F7C-9251-0AF78A20E8E0}" sibTransId="{7E7E52D0-E2F2-436B-914F-649793990C7E}"/>
    <dgm:cxn modelId="{BAEF55D8-E3B7-45A6-BB71-806C614916E1}" srcId="{BCC6C26B-1CB9-47E0-8893-BCB9832CD608}" destId="{EA7F66FB-F030-4EB4-8FAF-044343DF32EF}" srcOrd="1" destOrd="0" parTransId="{4C279037-B095-4094-967A-7FCE73AC4450}" sibTransId="{731F06AB-F699-499F-8055-A9F986125878}"/>
    <dgm:cxn modelId="{BE3FE5E1-C6E3-4842-A9B5-33DF0432C0BC}" type="presOf" srcId="{4AEA96D0-6FC3-46A2-BC34-BF88C553EDB7}" destId="{43E38B5D-72F7-41B6-B0DA-3B9E66408D26}" srcOrd="0" destOrd="0" presId="urn:microsoft.com/office/officeart/2005/8/layout/hierarchy1"/>
    <dgm:cxn modelId="{797D8FF3-D375-42A1-8A60-DEF63C635B71}" type="presOf" srcId="{BCC6C26B-1CB9-47E0-8893-BCB9832CD608}" destId="{50299B6E-C474-4C77-80F0-E7BF52D4B90E}" srcOrd="0" destOrd="0" presId="urn:microsoft.com/office/officeart/2005/8/layout/hierarchy1"/>
    <dgm:cxn modelId="{C08B88CB-628A-4B2C-8899-5EB7E353987C}" type="presParOf" srcId="{50299B6E-C474-4C77-80F0-E7BF52D4B90E}" destId="{632DEA14-91FA-4A5A-8053-21B9DF05B1C4}" srcOrd="0" destOrd="0" presId="urn:microsoft.com/office/officeart/2005/8/layout/hierarchy1"/>
    <dgm:cxn modelId="{B64D931A-870D-4F80-9678-207953842FC9}" type="presParOf" srcId="{632DEA14-91FA-4A5A-8053-21B9DF05B1C4}" destId="{A857C8B9-EE14-43B4-B0AA-BDC387D0AD8B}" srcOrd="0" destOrd="0" presId="urn:microsoft.com/office/officeart/2005/8/layout/hierarchy1"/>
    <dgm:cxn modelId="{62060CED-AC0C-4C2F-BCAC-49A4E7F039D2}" type="presParOf" srcId="{A857C8B9-EE14-43B4-B0AA-BDC387D0AD8B}" destId="{E3CCB747-7062-4EE9-BBFF-9B9C92F6E823}" srcOrd="0" destOrd="0" presId="urn:microsoft.com/office/officeart/2005/8/layout/hierarchy1"/>
    <dgm:cxn modelId="{973DEB3A-446E-4AE2-9EE9-3F57EFA9E76C}" type="presParOf" srcId="{A857C8B9-EE14-43B4-B0AA-BDC387D0AD8B}" destId="{43E38B5D-72F7-41B6-B0DA-3B9E66408D26}" srcOrd="1" destOrd="0" presId="urn:microsoft.com/office/officeart/2005/8/layout/hierarchy1"/>
    <dgm:cxn modelId="{91293044-95FE-4904-9B94-78063887959C}" type="presParOf" srcId="{632DEA14-91FA-4A5A-8053-21B9DF05B1C4}" destId="{C22A14C5-BA6D-42E2-9FC2-D8E810BD5B45}" srcOrd="1" destOrd="0" presId="urn:microsoft.com/office/officeart/2005/8/layout/hierarchy1"/>
    <dgm:cxn modelId="{CAC26742-D9F1-477D-AF24-965B0464434A}" type="presParOf" srcId="{50299B6E-C474-4C77-80F0-E7BF52D4B90E}" destId="{A4E71576-3263-4E5C-9B7B-7B2FF51061A0}" srcOrd="1" destOrd="0" presId="urn:microsoft.com/office/officeart/2005/8/layout/hierarchy1"/>
    <dgm:cxn modelId="{B9C0E626-0A35-49EA-B3CE-6091E39B047B}" type="presParOf" srcId="{A4E71576-3263-4E5C-9B7B-7B2FF51061A0}" destId="{FCBC14D0-22FA-4E7D-9D21-C483EA220889}" srcOrd="0" destOrd="0" presId="urn:microsoft.com/office/officeart/2005/8/layout/hierarchy1"/>
    <dgm:cxn modelId="{D2C2E184-E51A-408A-B15E-AFCBCB612B0F}" type="presParOf" srcId="{FCBC14D0-22FA-4E7D-9D21-C483EA220889}" destId="{617B67B6-B802-4FEF-8AC8-EBF4E75FFFEB}" srcOrd="0" destOrd="0" presId="urn:microsoft.com/office/officeart/2005/8/layout/hierarchy1"/>
    <dgm:cxn modelId="{B36198A1-7D4A-4A2F-9FC8-878222B68CE9}" type="presParOf" srcId="{FCBC14D0-22FA-4E7D-9D21-C483EA220889}" destId="{24F15E25-A3DD-4AE2-A10B-78DB568E1BE2}" srcOrd="1" destOrd="0" presId="urn:microsoft.com/office/officeart/2005/8/layout/hierarchy1"/>
    <dgm:cxn modelId="{820C2AD9-6CDB-4DA6-8481-50AEE948CD65}" type="presParOf" srcId="{A4E71576-3263-4E5C-9B7B-7B2FF51061A0}" destId="{4ABC0E4B-250A-420F-A2C8-E963AAF243D2}" srcOrd="1" destOrd="0" presId="urn:microsoft.com/office/officeart/2005/8/layout/hierarchy1"/>
    <dgm:cxn modelId="{71F1ED4D-1BFA-46C2-A0E8-7EAD7BC53B06}" type="presParOf" srcId="{50299B6E-C474-4C77-80F0-E7BF52D4B90E}" destId="{270FBF20-3EAE-43C5-8202-78E38FB5446B}" srcOrd="2" destOrd="0" presId="urn:microsoft.com/office/officeart/2005/8/layout/hierarchy1"/>
    <dgm:cxn modelId="{4542675A-3C28-4815-9E5C-907EE83928ED}" type="presParOf" srcId="{270FBF20-3EAE-43C5-8202-78E38FB5446B}" destId="{AED58404-5548-44F3-8D6C-C56F18FF28D6}" srcOrd="0" destOrd="0" presId="urn:microsoft.com/office/officeart/2005/8/layout/hierarchy1"/>
    <dgm:cxn modelId="{C0C608C8-992A-47E1-9BD2-0A561D227D89}" type="presParOf" srcId="{AED58404-5548-44F3-8D6C-C56F18FF28D6}" destId="{09CFC920-EA09-4253-BB10-C0801946F46D}" srcOrd="0" destOrd="0" presId="urn:microsoft.com/office/officeart/2005/8/layout/hierarchy1"/>
    <dgm:cxn modelId="{1FB74879-FEAE-4A78-BC87-86FE58C3DCF5}" type="presParOf" srcId="{AED58404-5548-44F3-8D6C-C56F18FF28D6}" destId="{40686BF2-CCB9-40C1-BD35-4A783B82947F}" srcOrd="1" destOrd="0" presId="urn:microsoft.com/office/officeart/2005/8/layout/hierarchy1"/>
    <dgm:cxn modelId="{C70C76E6-61A3-4DE9-BA65-82F0485A955C}" type="presParOf" srcId="{270FBF20-3EAE-43C5-8202-78E38FB5446B}" destId="{98CFBDC3-139E-4EDC-B677-286E84BEAC1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4BD99A-7FD3-4038-9179-0709A65F6298}">
      <dsp:nvSpPr>
        <dsp:cNvPr id="0" name=""/>
        <dsp:cNvSpPr/>
      </dsp:nvSpPr>
      <dsp:spPr>
        <a:xfrm>
          <a:off x="0" y="477"/>
          <a:ext cx="4683949" cy="65745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82E931-8AAD-4DCA-BC18-2D7CA67B99FB}">
      <dsp:nvSpPr>
        <dsp:cNvPr id="0" name=""/>
        <dsp:cNvSpPr/>
      </dsp:nvSpPr>
      <dsp:spPr>
        <a:xfrm>
          <a:off x="198881" y="148405"/>
          <a:ext cx="361601" cy="36160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776D98-D757-40AC-A6A0-C0017174DA6B}">
      <dsp:nvSpPr>
        <dsp:cNvPr id="0" name=""/>
        <dsp:cNvSpPr/>
      </dsp:nvSpPr>
      <dsp:spPr>
        <a:xfrm>
          <a:off x="759363" y="477"/>
          <a:ext cx="3924585" cy="6574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581" tIns="69581" rIns="69581" bIns="6958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 Team Lead: </a:t>
          </a:r>
          <a:r>
            <a:rPr lang="en-US" sz="1600" kern="1200" dirty="0" err="1"/>
            <a:t>Dilpreet</a:t>
          </a:r>
          <a:r>
            <a:rPr lang="en-US" sz="1600" kern="1200" dirty="0"/>
            <a:t> Singh Hardoi</a:t>
          </a:r>
        </a:p>
      </dsp:txBody>
      <dsp:txXfrm>
        <a:off x="759363" y="477"/>
        <a:ext cx="3924585" cy="657457"/>
      </dsp:txXfrm>
    </dsp:sp>
    <dsp:sp modelId="{1E6246FB-E3BF-4C87-B41E-2084BEBDCCA0}">
      <dsp:nvSpPr>
        <dsp:cNvPr id="0" name=""/>
        <dsp:cNvSpPr/>
      </dsp:nvSpPr>
      <dsp:spPr>
        <a:xfrm>
          <a:off x="0" y="822299"/>
          <a:ext cx="4683949" cy="65745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01A770-AC3E-45CF-A048-04BF9BC7D916}">
      <dsp:nvSpPr>
        <dsp:cNvPr id="0" name=""/>
        <dsp:cNvSpPr/>
      </dsp:nvSpPr>
      <dsp:spPr>
        <a:xfrm>
          <a:off x="198881" y="970227"/>
          <a:ext cx="361601" cy="36160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6907FB-2DF0-4589-80DA-289D85BAFBDD}">
      <dsp:nvSpPr>
        <dsp:cNvPr id="0" name=""/>
        <dsp:cNvSpPr/>
      </dsp:nvSpPr>
      <dsp:spPr>
        <a:xfrm>
          <a:off x="759363" y="822299"/>
          <a:ext cx="3924585" cy="6574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581" tIns="69581" rIns="69581" bIns="6958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 Tech Lead: Rohit</a:t>
          </a:r>
          <a:endParaRPr lang="en-US" sz="1600" kern="1200" dirty="0"/>
        </a:p>
      </dsp:txBody>
      <dsp:txXfrm>
        <a:off x="759363" y="822299"/>
        <a:ext cx="3924585" cy="657457"/>
      </dsp:txXfrm>
    </dsp:sp>
    <dsp:sp modelId="{D503DC62-5476-4CCF-892C-FBAC4C42DB89}">
      <dsp:nvSpPr>
        <dsp:cNvPr id="0" name=""/>
        <dsp:cNvSpPr/>
      </dsp:nvSpPr>
      <dsp:spPr>
        <a:xfrm>
          <a:off x="0" y="1644122"/>
          <a:ext cx="4683949" cy="65745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26A078-7946-4936-875C-B905796746FF}">
      <dsp:nvSpPr>
        <dsp:cNvPr id="0" name=""/>
        <dsp:cNvSpPr/>
      </dsp:nvSpPr>
      <dsp:spPr>
        <a:xfrm>
          <a:off x="198881" y="1792050"/>
          <a:ext cx="361601" cy="36160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0FDBAA-6499-4C4A-8123-7962E7B72C51}">
      <dsp:nvSpPr>
        <dsp:cNvPr id="0" name=""/>
        <dsp:cNvSpPr/>
      </dsp:nvSpPr>
      <dsp:spPr>
        <a:xfrm>
          <a:off x="759363" y="1644122"/>
          <a:ext cx="3924585" cy="6574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581" tIns="69581" rIns="69581" bIns="6958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 AI Team: Yash Mahendra</a:t>
          </a:r>
        </a:p>
      </dsp:txBody>
      <dsp:txXfrm>
        <a:off x="759363" y="1644122"/>
        <a:ext cx="3924585" cy="657457"/>
      </dsp:txXfrm>
    </dsp:sp>
    <dsp:sp modelId="{A5FAC0E7-EAEF-41CF-B113-2ACE8E5F1193}">
      <dsp:nvSpPr>
        <dsp:cNvPr id="0" name=""/>
        <dsp:cNvSpPr/>
      </dsp:nvSpPr>
      <dsp:spPr>
        <a:xfrm>
          <a:off x="0" y="2465944"/>
          <a:ext cx="4683949" cy="65745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7B608E-1540-4ABD-AA26-D3B958731A0E}">
      <dsp:nvSpPr>
        <dsp:cNvPr id="0" name=""/>
        <dsp:cNvSpPr/>
      </dsp:nvSpPr>
      <dsp:spPr>
        <a:xfrm>
          <a:off x="198881" y="2613872"/>
          <a:ext cx="361601" cy="36160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3F17E8-3CF0-4EC5-848C-CF0AB5D3AFC4}">
      <dsp:nvSpPr>
        <dsp:cNvPr id="0" name=""/>
        <dsp:cNvSpPr/>
      </dsp:nvSpPr>
      <dsp:spPr>
        <a:xfrm>
          <a:off x="759363" y="2465944"/>
          <a:ext cx="3924585" cy="6574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581" tIns="69581" rIns="69581" bIns="6958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 Frontend: </a:t>
          </a:r>
          <a:r>
            <a:rPr lang="en-US" sz="1600" kern="1200" dirty="0" err="1"/>
            <a:t>Marmik</a:t>
          </a:r>
          <a:r>
            <a:rPr lang="en-US" sz="1600" kern="1200" dirty="0"/>
            <a:t> Upadhyay</a:t>
          </a:r>
        </a:p>
      </dsp:txBody>
      <dsp:txXfrm>
        <a:off x="759363" y="2465944"/>
        <a:ext cx="3924585" cy="657457"/>
      </dsp:txXfrm>
    </dsp:sp>
    <dsp:sp modelId="{7FF9914C-EA45-468B-BCFE-8F156E9896A6}">
      <dsp:nvSpPr>
        <dsp:cNvPr id="0" name=""/>
        <dsp:cNvSpPr/>
      </dsp:nvSpPr>
      <dsp:spPr>
        <a:xfrm>
          <a:off x="0" y="3287766"/>
          <a:ext cx="4683949" cy="65745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BAC09A-ED1A-4A00-87B3-46CB442B35F9}">
      <dsp:nvSpPr>
        <dsp:cNvPr id="0" name=""/>
        <dsp:cNvSpPr/>
      </dsp:nvSpPr>
      <dsp:spPr>
        <a:xfrm>
          <a:off x="198881" y="3435694"/>
          <a:ext cx="361601" cy="36160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861B57-6A40-4856-B3CE-B86D763B0FC5}">
      <dsp:nvSpPr>
        <dsp:cNvPr id="0" name=""/>
        <dsp:cNvSpPr/>
      </dsp:nvSpPr>
      <dsp:spPr>
        <a:xfrm>
          <a:off x="759363" y="3287766"/>
          <a:ext cx="3924585" cy="6574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581" tIns="69581" rIns="69581" bIns="6958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 Backend: Aum </a:t>
          </a:r>
          <a:r>
            <a:rPr lang="en-US" sz="1600" kern="1200" dirty="0" err="1"/>
            <a:t>Kiritbhai</a:t>
          </a:r>
          <a:r>
            <a:rPr lang="en-US" sz="1600" kern="1200" dirty="0"/>
            <a:t> </a:t>
          </a:r>
          <a:r>
            <a:rPr lang="en-US" sz="1600" kern="1200" dirty="0" err="1"/>
            <a:t>Babariya</a:t>
          </a:r>
          <a:endParaRPr lang="en-US" sz="1600" kern="1200" dirty="0"/>
        </a:p>
      </dsp:txBody>
      <dsp:txXfrm>
        <a:off x="759363" y="3287766"/>
        <a:ext cx="3924585" cy="657457"/>
      </dsp:txXfrm>
    </dsp:sp>
    <dsp:sp modelId="{EE5CA035-A876-4BAD-BC83-365AAA549230}">
      <dsp:nvSpPr>
        <dsp:cNvPr id="0" name=""/>
        <dsp:cNvSpPr/>
      </dsp:nvSpPr>
      <dsp:spPr>
        <a:xfrm>
          <a:off x="0" y="4109589"/>
          <a:ext cx="4683949" cy="65745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C0E0C6-883B-4FCF-95DE-5A2FF4C8509C}">
      <dsp:nvSpPr>
        <dsp:cNvPr id="0" name=""/>
        <dsp:cNvSpPr/>
      </dsp:nvSpPr>
      <dsp:spPr>
        <a:xfrm>
          <a:off x="198881" y="4257517"/>
          <a:ext cx="361601" cy="361601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73EDC8-7EBB-4A41-8B88-B69D0A20B761}">
      <dsp:nvSpPr>
        <dsp:cNvPr id="0" name=""/>
        <dsp:cNvSpPr/>
      </dsp:nvSpPr>
      <dsp:spPr>
        <a:xfrm>
          <a:off x="759363" y="4109589"/>
          <a:ext cx="3924585" cy="6574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581" tIns="69581" rIns="69581" bIns="6958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 DevOps: Aman </a:t>
          </a:r>
          <a:r>
            <a:rPr lang="en-US" sz="1600" kern="1200" dirty="0" err="1"/>
            <a:t>Belwal</a:t>
          </a:r>
          <a:endParaRPr lang="en-US" sz="1600" kern="1200" dirty="0"/>
        </a:p>
      </dsp:txBody>
      <dsp:txXfrm>
        <a:off x="759363" y="4109589"/>
        <a:ext cx="3924585" cy="657457"/>
      </dsp:txXfrm>
    </dsp:sp>
    <dsp:sp modelId="{C531D2AA-AA96-4266-B5E2-DF667C1083B7}">
      <dsp:nvSpPr>
        <dsp:cNvPr id="0" name=""/>
        <dsp:cNvSpPr/>
      </dsp:nvSpPr>
      <dsp:spPr>
        <a:xfrm>
          <a:off x="0" y="4931411"/>
          <a:ext cx="4683949" cy="65745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49AA36-42D3-4A73-8A1C-309280BD9E10}">
      <dsp:nvSpPr>
        <dsp:cNvPr id="0" name=""/>
        <dsp:cNvSpPr/>
      </dsp:nvSpPr>
      <dsp:spPr>
        <a:xfrm>
          <a:off x="198881" y="5079339"/>
          <a:ext cx="361601" cy="361601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3955F8-F033-44F9-8672-9F010283BCA4}">
      <dsp:nvSpPr>
        <dsp:cNvPr id="0" name=""/>
        <dsp:cNvSpPr/>
      </dsp:nvSpPr>
      <dsp:spPr>
        <a:xfrm>
          <a:off x="759363" y="4931411"/>
          <a:ext cx="3924585" cy="6574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581" tIns="69581" rIns="69581" bIns="6958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 QA: </a:t>
          </a:r>
          <a:r>
            <a:rPr lang="en-US" sz="1600" kern="1200" dirty="0" err="1"/>
            <a:t>Yohankhan</a:t>
          </a:r>
          <a:r>
            <a:rPr lang="en-US" sz="1600" kern="1200" dirty="0"/>
            <a:t> </a:t>
          </a:r>
          <a:r>
            <a:rPr lang="en-US" sz="1600" kern="1200" dirty="0" err="1"/>
            <a:t>Habibkhan</a:t>
          </a:r>
          <a:endParaRPr lang="en-US" sz="1600" kern="1200" dirty="0"/>
        </a:p>
      </dsp:txBody>
      <dsp:txXfrm>
        <a:off x="759363" y="4931411"/>
        <a:ext cx="3924585" cy="65745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391BDA-AD24-4474-B553-74E058B2A1A4}">
      <dsp:nvSpPr>
        <dsp:cNvPr id="0" name=""/>
        <dsp:cNvSpPr/>
      </dsp:nvSpPr>
      <dsp:spPr>
        <a:xfrm>
          <a:off x="0" y="419430"/>
          <a:ext cx="5175384" cy="11138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 Watching long videos to find key information is inefficient.</a:t>
          </a:r>
        </a:p>
      </dsp:txBody>
      <dsp:txXfrm>
        <a:off x="54373" y="473803"/>
        <a:ext cx="5066638" cy="1005094"/>
      </dsp:txXfrm>
    </dsp:sp>
    <dsp:sp modelId="{07AFD6C3-16C2-4893-A8B7-3961AF3475C7}">
      <dsp:nvSpPr>
        <dsp:cNvPr id="0" name=""/>
        <dsp:cNvSpPr/>
      </dsp:nvSpPr>
      <dsp:spPr>
        <a:xfrm>
          <a:off x="0" y="1613910"/>
          <a:ext cx="5175384" cy="1113840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 Manual chaptering is time consuming and inconsistent.</a:t>
          </a:r>
        </a:p>
      </dsp:txBody>
      <dsp:txXfrm>
        <a:off x="54373" y="1668283"/>
        <a:ext cx="5066638" cy="1005094"/>
      </dsp:txXfrm>
    </dsp:sp>
    <dsp:sp modelId="{708FBEBB-D34F-45C4-878A-8F16E57F1173}">
      <dsp:nvSpPr>
        <dsp:cNvPr id="0" name=""/>
        <dsp:cNvSpPr/>
      </dsp:nvSpPr>
      <dsp:spPr>
        <a:xfrm>
          <a:off x="0" y="2808390"/>
          <a:ext cx="5175384" cy="1113840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 Existing tools lack precision or require manual input.</a:t>
          </a:r>
        </a:p>
      </dsp:txBody>
      <dsp:txXfrm>
        <a:off x="54373" y="2862763"/>
        <a:ext cx="5066638" cy="1005094"/>
      </dsp:txXfrm>
    </dsp:sp>
    <dsp:sp modelId="{29B9D4ED-F93B-4CEF-A320-2CB7EA03D6A7}">
      <dsp:nvSpPr>
        <dsp:cNvPr id="0" name=""/>
        <dsp:cNvSpPr/>
      </dsp:nvSpPr>
      <dsp:spPr>
        <a:xfrm>
          <a:off x="0" y="4002870"/>
          <a:ext cx="5175384" cy="111384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 Need for an automated solution for efficient video navigation.</a:t>
          </a:r>
        </a:p>
      </dsp:txBody>
      <dsp:txXfrm>
        <a:off x="54373" y="4057243"/>
        <a:ext cx="5066638" cy="100509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F6D46D-C42A-4CBB-84DE-8178F44DF00C}">
      <dsp:nvSpPr>
        <dsp:cNvPr id="0" name=""/>
        <dsp:cNvSpPr/>
      </dsp:nvSpPr>
      <dsp:spPr>
        <a:xfrm>
          <a:off x="0" y="671"/>
          <a:ext cx="4697730" cy="15723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7FB081-0B46-40EE-B439-48BC16A5385C}">
      <dsp:nvSpPr>
        <dsp:cNvPr id="0" name=""/>
        <dsp:cNvSpPr/>
      </dsp:nvSpPr>
      <dsp:spPr>
        <a:xfrm>
          <a:off x="475646" y="354458"/>
          <a:ext cx="864811" cy="86481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853560-84DC-40A6-854E-C46AB87C8EA9}">
      <dsp:nvSpPr>
        <dsp:cNvPr id="0" name=""/>
        <dsp:cNvSpPr/>
      </dsp:nvSpPr>
      <dsp:spPr>
        <a:xfrm>
          <a:off x="1816103" y="671"/>
          <a:ext cx="2881626" cy="1572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411" tIns="166411" rIns="166411" bIns="16641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Increasing video content consumption across platforms.</a:t>
          </a:r>
        </a:p>
      </dsp:txBody>
      <dsp:txXfrm>
        <a:off x="1816103" y="671"/>
        <a:ext cx="2881626" cy="1572384"/>
      </dsp:txXfrm>
    </dsp:sp>
    <dsp:sp modelId="{C8AC0BBB-003B-40DA-BA9B-50543347E39E}">
      <dsp:nvSpPr>
        <dsp:cNvPr id="0" name=""/>
        <dsp:cNvSpPr/>
      </dsp:nvSpPr>
      <dsp:spPr>
        <a:xfrm>
          <a:off x="0" y="1966151"/>
          <a:ext cx="4697730" cy="15723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5AA6F8-6194-40AF-AA2B-92245905388B}">
      <dsp:nvSpPr>
        <dsp:cNvPr id="0" name=""/>
        <dsp:cNvSpPr/>
      </dsp:nvSpPr>
      <dsp:spPr>
        <a:xfrm>
          <a:off x="475646" y="2319938"/>
          <a:ext cx="864811" cy="8648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407DD6-AF50-4EDC-BD1A-7EFA12B2E4BF}">
      <dsp:nvSpPr>
        <dsp:cNvPr id="0" name=""/>
        <dsp:cNvSpPr/>
      </dsp:nvSpPr>
      <dsp:spPr>
        <a:xfrm>
          <a:off x="1816103" y="1966151"/>
          <a:ext cx="2881626" cy="1572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411" tIns="166411" rIns="166411" bIns="16641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Need for structured, navigable video content in education, corporate training, and media.</a:t>
          </a:r>
        </a:p>
      </dsp:txBody>
      <dsp:txXfrm>
        <a:off x="1816103" y="1966151"/>
        <a:ext cx="2881626" cy="1572384"/>
      </dsp:txXfrm>
    </dsp:sp>
    <dsp:sp modelId="{B0B64A91-D52D-421C-A0B7-35A0AA49A3FD}">
      <dsp:nvSpPr>
        <dsp:cNvPr id="0" name=""/>
        <dsp:cNvSpPr/>
      </dsp:nvSpPr>
      <dsp:spPr>
        <a:xfrm>
          <a:off x="0" y="3931632"/>
          <a:ext cx="4697730" cy="15723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B601CA-92C1-48BC-AFB9-432E38978EA7}">
      <dsp:nvSpPr>
        <dsp:cNvPr id="0" name=""/>
        <dsp:cNvSpPr/>
      </dsp:nvSpPr>
      <dsp:spPr>
        <a:xfrm>
          <a:off x="475646" y="4285418"/>
          <a:ext cx="864811" cy="86481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AE6E47-DE28-4E1A-B43C-AD66C6E0C611}">
      <dsp:nvSpPr>
        <dsp:cNvPr id="0" name=""/>
        <dsp:cNvSpPr/>
      </dsp:nvSpPr>
      <dsp:spPr>
        <a:xfrm>
          <a:off x="1816103" y="3931632"/>
          <a:ext cx="2881626" cy="1572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411" tIns="166411" rIns="166411" bIns="16641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AIdriven solutions are gaining traction in content management.</a:t>
          </a:r>
        </a:p>
      </dsp:txBody>
      <dsp:txXfrm>
        <a:off x="1816103" y="3931632"/>
        <a:ext cx="2881626" cy="157238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CE1E34-A49C-432D-B600-8DE1F554931A}">
      <dsp:nvSpPr>
        <dsp:cNvPr id="0" name=""/>
        <dsp:cNvSpPr/>
      </dsp:nvSpPr>
      <dsp:spPr>
        <a:xfrm>
          <a:off x="0" y="24870"/>
          <a:ext cx="5175384" cy="131975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An AIpowered tool that automatically detects key moments and creates chapters.</a:t>
          </a:r>
        </a:p>
      </dsp:txBody>
      <dsp:txXfrm>
        <a:off x="64425" y="89295"/>
        <a:ext cx="5046534" cy="1190909"/>
      </dsp:txXfrm>
    </dsp:sp>
    <dsp:sp modelId="{BEEAC6B7-EB86-4F6F-AA53-B61B296CD572}">
      <dsp:nvSpPr>
        <dsp:cNvPr id="0" name=""/>
        <dsp:cNvSpPr/>
      </dsp:nvSpPr>
      <dsp:spPr>
        <a:xfrm>
          <a:off x="0" y="1413750"/>
          <a:ext cx="5175384" cy="1319759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Provides seamless video navigation and content segmentation.</a:t>
          </a:r>
        </a:p>
      </dsp:txBody>
      <dsp:txXfrm>
        <a:off x="64425" y="1478175"/>
        <a:ext cx="5046534" cy="1190909"/>
      </dsp:txXfrm>
    </dsp:sp>
    <dsp:sp modelId="{E11D8F67-EBD9-4B89-A8CF-789E073E29A7}">
      <dsp:nvSpPr>
        <dsp:cNvPr id="0" name=""/>
        <dsp:cNvSpPr/>
      </dsp:nvSpPr>
      <dsp:spPr>
        <a:xfrm>
          <a:off x="0" y="2802630"/>
          <a:ext cx="5175384" cy="1319759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Allows customization and edits for enhanced user control.</a:t>
          </a:r>
        </a:p>
      </dsp:txBody>
      <dsp:txXfrm>
        <a:off x="64425" y="2867055"/>
        <a:ext cx="5046534" cy="1190909"/>
      </dsp:txXfrm>
    </dsp:sp>
    <dsp:sp modelId="{877DF1C5-209C-428F-AC8F-E3430F9B11A8}">
      <dsp:nvSpPr>
        <dsp:cNvPr id="0" name=""/>
        <dsp:cNvSpPr/>
      </dsp:nvSpPr>
      <dsp:spPr>
        <a:xfrm>
          <a:off x="0" y="4191510"/>
          <a:ext cx="5175384" cy="1319759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Focus on accuracy, efficiency, and ease of use.</a:t>
          </a:r>
        </a:p>
      </dsp:txBody>
      <dsp:txXfrm>
        <a:off x="64425" y="4255935"/>
        <a:ext cx="5046534" cy="119090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5EE0E5-3751-474D-B75E-77D3CFCA9A51}">
      <dsp:nvSpPr>
        <dsp:cNvPr id="0" name=""/>
        <dsp:cNvSpPr/>
      </dsp:nvSpPr>
      <dsp:spPr>
        <a:xfrm>
          <a:off x="530099" y="893169"/>
          <a:ext cx="1406812" cy="140681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4F419F-6FCD-48CA-AF22-D8006DC1A505}">
      <dsp:nvSpPr>
        <dsp:cNvPr id="0" name=""/>
        <dsp:cNvSpPr/>
      </dsp:nvSpPr>
      <dsp:spPr>
        <a:xfrm>
          <a:off x="829912" y="1192981"/>
          <a:ext cx="807187" cy="807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E7A40E-4955-4D13-8C5F-3BA3EEC99BC7}">
      <dsp:nvSpPr>
        <dsp:cNvPr id="0" name=""/>
        <dsp:cNvSpPr/>
      </dsp:nvSpPr>
      <dsp:spPr>
        <a:xfrm>
          <a:off x="80381" y="2738169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Existing solutions: YouTube autochapters, free chaptering sites.</a:t>
          </a:r>
        </a:p>
      </dsp:txBody>
      <dsp:txXfrm>
        <a:off x="80381" y="2738169"/>
        <a:ext cx="2306250" cy="720000"/>
      </dsp:txXfrm>
    </dsp:sp>
    <dsp:sp modelId="{5E1FE91D-59F1-4DB4-833E-BDEBF8CB93DD}">
      <dsp:nvSpPr>
        <dsp:cNvPr id="0" name=""/>
        <dsp:cNvSpPr/>
      </dsp:nvSpPr>
      <dsp:spPr>
        <a:xfrm>
          <a:off x="3239943" y="893169"/>
          <a:ext cx="1406812" cy="140681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A13A6A-A19B-4EFD-B00E-224E8D7EC7EA}">
      <dsp:nvSpPr>
        <dsp:cNvPr id="0" name=""/>
        <dsp:cNvSpPr/>
      </dsp:nvSpPr>
      <dsp:spPr>
        <a:xfrm>
          <a:off x="3539756" y="1192981"/>
          <a:ext cx="807187" cy="807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E8A4AC-4BEB-4C13-A598-869643562258}">
      <dsp:nvSpPr>
        <dsp:cNvPr id="0" name=""/>
        <dsp:cNvSpPr/>
      </dsp:nvSpPr>
      <dsp:spPr>
        <a:xfrm>
          <a:off x="2790224" y="2738169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Competitor issues: Accuracy, lack of customization, paywalls.</a:t>
          </a:r>
        </a:p>
      </dsp:txBody>
      <dsp:txXfrm>
        <a:off x="2790224" y="2738169"/>
        <a:ext cx="2306250" cy="720000"/>
      </dsp:txXfrm>
    </dsp:sp>
    <dsp:sp modelId="{E63F88B1-24CB-421F-BB55-8209AE5C14CE}">
      <dsp:nvSpPr>
        <dsp:cNvPr id="0" name=""/>
        <dsp:cNvSpPr/>
      </dsp:nvSpPr>
      <dsp:spPr>
        <a:xfrm>
          <a:off x="5949787" y="893169"/>
          <a:ext cx="1406812" cy="140681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8F7228-8CEE-4F7B-AD21-B7046BF0EF35}">
      <dsp:nvSpPr>
        <dsp:cNvPr id="0" name=""/>
        <dsp:cNvSpPr/>
      </dsp:nvSpPr>
      <dsp:spPr>
        <a:xfrm>
          <a:off x="6249600" y="1192981"/>
          <a:ext cx="807187" cy="807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051623-46A5-46F5-9761-D14860120383}">
      <dsp:nvSpPr>
        <dsp:cNvPr id="0" name=""/>
        <dsp:cNvSpPr/>
      </dsp:nvSpPr>
      <dsp:spPr>
        <a:xfrm>
          <a:off x="5500068" y="2738169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ClipHop differentiation: Automated, highprecision, userfriendly.</a:t>
          </a:r>
        </a:p>
      </dsp:txBody>
      <dsp:txXfrm>
        <a:off x="5500068" y="2738169"/>
        <a:ext cx="2306250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42ED72-B7B6-4C44-8AFF-C8F05632C592}">
      <dsp:nvSpPr>
        <dsp:cNvPr id="0" name=""/>
        <dsp:cNvSpPr/>
      </dsp:nvSpPr>
      <dsp:spPr>
        <a:xfrm>
          <a:off x="333607" y="1150409"/>
          <a:ext cx="1033664" cy="1033664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B99D43-8B33-48EB-979C-1B30A367F6EA}">
      <dsp:nvSpPr>
        <dsp:cNvPr id="0" name=""/>
        <dsp:cNvSpPr/>
      </dsp:nvSpPr>
      <dsp:spPr>
        <a:xfrm>
          <a:off x="553896" y="1370698"/>
          <a:ext cx="593085" cy="59308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C64317-0B75-4DB3-926C-6A9656D85E94}">
      <dsp:nvSpPr>
        <dsp:cNvPr id="0" name=""/>
        <dsp:cNvSpPr/>
      </dsp:nvSpPr>
      <dsp:spPr>
        <a:xfrm>
          <a:off x="3174" y="2506034"/>
          <a:ext cx="1694531" cy="677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AIdriven chapter detection.</a:t>
          </a:r>
        </a:p>
      </dsp:txBody>
      <dsp:txXfrm>
        <a:off x="3174" y="2506034"/>
        <a:ext cx="1694531" cy="677812"/>
      </dsp:txXfrm>
    </dsp:sp>
    <dsp:sp modelId="{832D04DF-D957-453D-9279-48DE2DCADF68}">
      <dsp:nvSpPr>
        <dsp:cNvPr id="0" name=""/>
        <dsp:cNvSpPr/>
      </dsp:nvSpPr>
      <dsp:spPr>
        <a:xfrm>
          <a:off x="2324681" y="1150409"/>
          <a:ext cx="1033664" cy="1033664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5FBC3C-F847-4397-8018-4C2E3CB59402}">
      <dsp:nvSpPr>
        <dsp:cNvPr id="0" name=""/>
        <dsp:cNvSpPr/>
      </dsp:nvSpPr>
      <dsp:spPr>
        <a:xfrm>
          <a:off x="2544970" y="1370698"/>
          <a:ext cx="593085" cy="59308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745675-F247-41AF-B77A-504EE600D22A}">
      <dsp:nvSpPr>
        <dsp:cNvPr id="0" name=""/>
        <dsp:cNvSpPr/>
      </dsp:nvSpPr>
      <dsp:spPr>
        <a:xfrm>
          <a:off x="1994248" y="2506034"/>
          <a:ext cx="1694531" cy="677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Easy upload and processing interface.</a:t>
          </a:r>
        </a:p>
      </dsp:txBody>
      <dsp:txXfrm>
        <a:off x="1994248" y="2506034"/>
        <a:ext cx="1694531" cy="677812"/>
      </dsp:txXfrm>
    </dsp:sp>
    <dsp:sp modelId="{781353AF-F69E-4C1A-8611-43A735EC2644}">
      <dsp:nvSpPr>
        <dsp:cNvPr id="0" name=""/>
        <dsp:cNvSpPr/>
      </dsp:nvSpPr>
      <dsp:spPr>
        <a:xfrm>
          <a:off x="4315756" y="1150409"/>
          <a:ext cx="1033664" cy="1033664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564D43-9E6F-40F5-AF90-81328F50E39F}">
      <dsp:nvSpPr>
        <dsp:cNvPr id="0" name=""/>
        <dsp:cNvSpPr/>
      </dsp:nvSpPr>
      <dsp:spPr>
        <a:xfrm>
          <a:off x="4536045" y="1370698"/>
          <a:ext cx="593085" cy="59308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012A88-7126-4740-9D1D-3294B9B86B9E}">
      <dsp:nvSpPr>
        <dsp:cNvPr id="0" name=""/>
        <dsp:cNvSpPr/>
      </dsp:nvSpPr>
      <dsp:spPr>
        <a:xfrm>
          <a:off x="3985322" y="2506034"/>
          <a:ext cx="1694531" cy="677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Editable chapter suggestions.</a:t>
          </a:r>
        </a:p>
      </dsp:txBody>
      <dsp:txXfrm>
        <a:off x="3985322" y="2506034"/>
        <a:ext cx="1694531" cy="677812"/>
      </dsp:txXfrm>
    </dsp:sp>
    <dsp:sp modelId="{39426A19-DB76-4F2D-A7A6-B883289271A5}">
      <dsp:nvSpPr>
        <dsp:cNvPr id="0" name=""/>
        <dsp:cNvSpPr/>
      </dsp:nvSpPr>
      <dsp:spPr>
        <a:xfrm>
          <a:off x="6306830" y="1150409"/>
          <a:ext cx="1033664" cy="1033664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00B6EF-4C35-42D3-B342-7159448983F7}">
      <dsp:nvSpPr>
        <dsp:cNvPr id="0" name=""/>
        <dsp:cNvSpPr/>
      </dsp:nvSpPr>
      <dsp:spPr>
        <a:xfrm>
          <a:off x="6527119" y="1370698"/>
          <a:ext cx="593085" cy="59308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EFFAF1-C139-4220-8D68-ED3A60353453}">
      <dsp:nvSpPr>
        <dsp:cNvPr id="0" name=""/>
        <dsp:cNvSpPr/>
      </dsp:nvSpPr>
      <dsp:spPr>
        <a:xfrm>
          <a:off x="5976396" y="2506034"/>
          <a:ext cx="1694531" cy="677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Integration potential for various industries.</a:t>
          </a:r>
        </a:p>
      </dsp:txBody>
      <dsp:txXfrm>
        <a:off x="5976396" y="2506034"/>
        <a:ext cx="1694531" cy="67781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B6D95E-221A-49BC-9DF5-228A14BDA20F}">
      <dsp:nvSpPr>
        <dsp:cNvPr id="0" name=""/>
        <dsp:cNvSpPr/>
      </dsp:nvSpPr>
      <dsp:spPr>
        <a:xfrm>
          <a:off x="2695" y="952786"/>
          <a:ext cx="1459501" cy="2043302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88" tIns="330200" rIns="113788" bIns="33020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1. Upload video.</a:t>
          </a:r>
        </a:p>
      </dsp:txBody>
      <dsp:txXfrm>
        <a:off x="2695" y="1729241"/>
        <a:ext cx="1459501" cy="1225981"/>
      </dsp:txXfrm>
    </dsp:sp>
    <dsp:sp modelId="{A5FC5F31-2D4D-4B21-9D9E-EC1388B5E9E7}">
      <dsp:nvSpPr>
        <dsp:cNvPr id="0" name=""/>
        <dsp:cNvSpPr/>
      </dsp:nvSpPr>
      <dsp:spPr>
        <a:xfrm>
          <a:off x="425951" y="1157117"/>
          <a:ext cx="612990" cy="61299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791" tIns="12700" rIns="47791" bIns="1270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1</a:t>
          </a:r>
        </a:p>
      </dsp:txBody>
      <dsp:txXfrm>
        <a:off x="515721" y="1246887"/>
        <a:ext cx="433450" cy="433450"/>
      </dsp:txXfrm>
    </dsp:sp>
    <dsp:sp modelId="{A53200DF-5A68-47C4-A4A1-F29866363FB3}">
      <dsp:nvSpPr>
        <dsp:cNvPr id="0" name=""/>
        <dsp:cNvSpPr/>
      </dsp:nvSpPr>
      <dsp:spPr>
        <a:xfrm>
          <a:off x="2695" y="2996017"/>
          <a:ext cx="1459501" cy="72"/>
        </a:xfrm>
        <a:prstGeom prst="rect">
          <a:avLst/>
        </a:prstGeom>
        <a:solidFill>
          <a:schemeClr val="accent2">
            <a:hueOff val="520169"/>
            <a:satOff val="-649"/>
            <a:lumOff val="153"/>
            <a:alphaOff val="0"/>
          </a:schemeClr>
        </a:solidFill>
        <a:ln w="25400" cap="flat" cmpd="sng" algn="ctr">
          <a:solidFill>
            <a:schemeClr val="accent2">
              <a:hueOff val="520169"/>
              <a:satOff val="-649"/>
              <a:lumOff val="15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29C264-FC44-4A61-BD80-58A51C966967}">
      <dsp:nvSpPr>
        <dsp:cNvPr id="0" name=""/>
        <dsp:cNvSpPr/>
      </dsp:nvSpPr>
      <dsp:spPr>
        <a:xfrm>
          <a:off x="1608147" y="952786"/>
          <a:ext cx="1459501" cy="2043302"/>
        </a:xfrm>
        <a:prstGeom prst="rect">
          <a:avLst/>
        </a:prstGeom>
        <a:solidFill>
          <a:schemeClr val="accent2">
            <a:tint val="40000"/>
            <a:alpha val="90000"/>
            <a:hueOff val="1256455"/>
            <a:satOff val="-1094"/>
            <a:lumOff val="-1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1256455"/>
              <a:satOff val="-1094"/>
              <a:lumOff val="-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88" tIns="330200" rIns="113788" bIns="33020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2. AI processes and detects key moments.</a:t>
          </a:r>
        </a:p>
      </dsp:txBody>
      <dsp:txXfrm>
        <a:off x="1608147" y="1729241"/>
        <a:ext cx="1459501" cy="1225981"/>
      </dsp:txXfrm>
    </dsp:sp>
    <dsp:sp modelId="{7DEE11E0-4F87-4AA7-BEA3-8105F44CB760}">
      <dsp:nvSpPr>
        <dsp:cNvPr id="0" name=""/>
        <dsp:cNvSpPr/>
      </dsp:nvSpPr>
      <dsp:spPr>
        <a:xfrm>
          <a:off x="2031402" y="1157117"/>
          <a:ext cx="612990" cy="612990"/>
        </a:xfrm>
        <a:prstGeom prst="ellipse">
          <a:avLst/>
        </a:prstGeom>
        <a:solidFill>
          <a:schemeClr val="accent2">
            <a:hueOff val="1040338"/>
            <a:satOff val="-1298"/>
            <a:lumOff val="305"/>
            <a:alphaOff val="0"/>
          </a:schemeClr>
        </a:solidFill>
        <a:ln w="25400" cap="flat" cmpd="sng" algn="ctr">
          <a:solidFill>
            <a:schemeClr val="accent2">
              <a:hueOff val="1040338"/>
              <a:satOff val="-1298"/>
              <a:lumOff val="30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791" tIns="12700" rIns="47791" bIns="1270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2</a:t>
          </a:r>
        </a:p>
      </dsp:txBody>
      <dsp:txXfrm>
        <a:off x="2121172" y="1246887"/>
        <a:ext cx="433450" cy="433450"/>
      </dsp:txXfrm>
    </dsp:sp>
    <dsp:sp modelId="{E60B96C7-63A9-4683-9CD6-CDF085DFD699}">
      <dsp:nvSpPr>
        <dsp:cNvPr id="0" name=""/>
        <dsp:cNvSpPr/>
      </dsp:nvSpPr>
      <dsp:spPr>
        <a:xfrm>
          <a:off x="1608147" y="2996017"/>
          <a:ext cx="1459501" cy="72"/>
        </a:xfrm>
        <a:prstGeom prst="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accent2">
              <a:hueOff val="1560506"/>
              <a:satOff val="-1946"/>
              <a:lumOff val="45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E023FF-D6C5-41E4-8665-AEED541407B1}">
      <dsp:nvSpPr>
        <dsp:cNvPr id="0" name=""/>
        <dsp:cNvSpPr/>
      </dsp:nvSpPr>
      <dsp:spPr>
        <a:xfrm>
          <a:off x="3213599" y="952786"/>
          <a:ext cx="1459501" cy="2043302"/>
        </a:xfrm>
        <a:prstGeom prst="rect">
          <a:avLst/>
        </a:prstGeom>
        <a:solidFill>
          <a:schemeClr val="accent2">
            <a:tint val="40000"/>
            <a:alpha val="90000"/>
            <a:hueOff val="2512910"/>
            <a:satOff val="-2189"/>
            <a:lumOff val="-3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2512910"/>
              <a:satOff val="-2189"/>
              <a:lumOff val="-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88" tIns="330200" rIns="113788" bIns="33020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3. Chapters are generated and displayed.</a:t>
          </a:r>
        </a:p>
      </dsp:txBody>
      <dsp:txXfrm>
        <a:off x="3213599" y="1729241"/>
        <a:ext cx="1459501" cy="1225981"/>
      </dsp:txXfrm>
    </dsp:sp>
    <dsp:sp modelId="{5E89A9AF-F904-4253-A43F-C75ED36CEC48}">
      <dsp:nvSpPr>
        <dsp:cNvPr id="0" name=""/>
        <dsp:cNvSpPr/>
      </dsp:nvSpPr>
      <dsp:spPr>
        <a:xfrm>
          <a:off x="3636854" y="1157117"/>
          <a:ext cx="612990" cy="612990"/>
        </a:xfrm>
        <a:prstGeom prst="ellipse">
          <a:avLst/>
        </a:prstGeom>
        <a:solidFill>
          <a:schemeClr val="accent2">
            <a:hueOff val="2080675"/>
            <a:satOff val="-2595"/>
            <a:lumOff val="610"/>
            <a:alphaOff val="0"/>
          </a:schemeClr>
        </a:solidFill>
        <a:ln w="25400" cap="flat" cmpd="sng" algn="ctr">
          <a:solidFill>
            <a:schemeClr val="accent2">
              <a:hueOff val="2080675"/>
              <a:satOff val="-2595"/>
              <a:lumOff val="61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791" tIns="12700" rIns="47791" bIns="1270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3</a:t>
          </a:r>
        </a:p>
      </dsp:txBody>
      <dsp:txXfrm>
        <a:off x="3726624" y="1246887"/>
        <a:ext cx="433450" cy="433450"/>
      </dsp:txXfrm>
    </dsp:sp>
    <dsp:sp modelId="{85E67EE0-A223-4D45-95AA-8B6C9D6B28FA}">
      <dsp:nvSpPr>
        <dsp:cNvPr id="0" name=""/>
        <dsp:cNvSpPr/>
      </dsp:nvSpPr>
      <dsp:spPr>
        <a:xfrm>
          <a:off x="3213599" y="2996017"/>
          <a:ext cx="1459501" cy="72"/>
        </a:xfrm>
        <a:prstGeom prst="rect">
          <a:avLst/>
        </a:prstGeom>
        <a:solidFill>
          <a:schemeClr val="accent2">
            <a:hueOff val="2600844"/>
            <a:satOff val="-3244"/>
            <a:lumOff val="763"/>
            <a:alphaOff val="0"/>
          </a:schemeClr>
        </a:solidFill>
        <a:ln w="25400" cap="flat" cmpd="sng" algn="ctr">
          <a:solidFill>
            <a:schemeClr val="accent2">
              <a:hueOff val="2600844"/>
              <a:satOff val="-3244"/>
              <a:lumOff val="76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482F80-5F09-43E0-9656-E7D45D88BD9F}">
      <dsp:nvSpPr>
        <dsp:cNvPr id="0" name=""/>
        <dsp:cNvSpPr/>
      </dsp:nvSpPr>
      <dsp:spPr>
        <a:xfrm>
          <a:off x="4819050" y="952786"/>
          <a:ext cx="1459501" cy="2043302"/>
        </a:xfrm>
        <a:prstGeom prst="rect">
          <a:avLst/>
        </a:prstGeom>
        <a:solidFill>
          <a:schemeClr val="accent2">
            <a:tint val="40000"/>
            <a:alpha val="90000"/>
            <a:hueOff val="3769366"/>
            <a:satOff val="-3283"/>
            <a:lumOff val="-4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3769366"/>
              <a:satOff val="-3283"/>
              <a:lumOff val="-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88" tIns="330200" rIns="113788" bIns="33020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4. Users can edit/refine the output.</a:t>
          </a:r>
        </a:p>
      </dsp:txBody>
      <dsp:txXfrm>
        <a:off x="4819050" y="1729241"/>
        <a:ext cx="1459501" cy="1225981"/>
      </dsp:txXfrm>
    </dsp:sp>
    <dsp:sp modelId="{E627E862-8F90-4CFC-87E9-BDA0D438E59B}">
      <dsp:nvSpPr>
        <dsp:cNvPr id="0" name=""/>
        <dsp:cNvSpPr/>
      </dsp:nvSpPr>
      <dsp:spPr>
        <a:xfrm>
          <a:off x="5242306" y="1157117"/>
          <a:ext cx="612990" cy="612990"/>
        </a:xfrm>
        <a:prstGeom prst="ellipse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accent2">
              <a:hueOff val="3121013"/>
              <a:satOff val="-3893"/>
              <a:lumOff val="91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791" tIns="12700" rIns="47791" bIns="1270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4</a:t>
          </a:r>
        </a:p>
      </dsp:txBody>
      <dsp:txXfrm>
        <a:off x="5332076" y="1246887"/>
        <a:ext cx="433450" cy="433450"/>
      </dsp:txXfrm>
    </dsp:sp>
    <dsp:sp modelId="{AB1F2F70-6E61-4A68-A8C6-0580B17A6472}">
      <dsp:nvSpPr>
        <dsp:cNvPr id="0" name=""/>
        <dsp:cNvSpPr/>
      </dsp:nvSpPr>
      <dsp:spPr>
        <a:xfrm>
          <a:off x="4819050" y="2996017"/>
          <a:ext cx="1459501" cy="72"/>
        </a:xfrm>
        <a:prstGeom prst="rect">
          <a:avLst/>
        </a:prstGeom>
        <a:solidFill>
          <a:schemeClr val="accent2">
            <a:hueOff val="3641181"/>
            <a:satOff val="-4541"/>
            <a:lumOff val="1068"/>
            <a:alphaOff val="0"/>
          </a:schemeClr>
        </a:solidFill>
        <a:ln w="25400" cap="flat" cmpd="sng" algn="ctr">
          <a:solidFill>
            <a:schemeClr val="accent2">
              <a:hueOff val="3641181"/>
              <a:satOff val="-4541"/>
              <a:lumOff val="106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711D59-9ACE-40D5-9D63-083644C484A2}">
      <dsp:nvSpPr>
        <dsp:cNvPr id="0" name=""/>
        <dsp:cNvSpPr/>
      </dsp:nvSpPr>
      <dsp:spPr>
        <a:xfrm>
          <a:off x="6424502" y="952786"/>
          <a:ext cx="1459501" cy="2043302"/>
        </a:xfrm>
        <a:prstGeom prst="rect">
          <a:avLst/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88" tIns="330200" rIns="113788" bIns="33020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5. Export or share the chaptered video.</a:t>
          </a:r>
        </a:p>
      </dsp:txBody>
      <dsp:txXfrm>
        <a:off x="6424502" y="1729241"/>
        <a:ext cx="1459501" cy="1225981"/>
      </dsp:txXfrm>
    </dsp:sp>
    <dsp:sp modelId="{173D692B-E794-46EF-87AE-AE86A70B6DEC}">
      <dsp:nvSpPr>
        <dsp:cNvPr id="0" name=""/>
        <dsp:cNvSpPr/>
      </dsp:nvSpPr>
      <dsp:spPr>
        <a:xfrm>
          <a:off x="6847758" y="1157117"/>
          <a:ext cx="612990" cy="612990"/>
        </a:xfrm>
        <a:prstGeom prst="ellipse">
          <a:avLst/>
        </a:prstGeom>
        <a:solidFill>
          <a:schemeClr val="accent2">
            <a:hueOff val="4161350"/>
            <a:satOff val="-5190"/>
            <a:lumOff val="1220"/>
            <a:alphaOff val="0"/>
          </a:schemeClr>
        </a:solidFill>
        <a:ln w="25400" cap="flat" cmpd="sng" algn="ctr">
          <a:solidFill>
            <a:schemeClr val="accent2">
              <a:hueOff val="4161350"/>
              <a:satOff val="-5190"/>
              <a:lumOff val="122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791" tIns="12700" rIns="47791" bIns="1270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5</a:t>
          </a:r>
        </a:p>
      </dsp:txBody>
      <dsp:txXfrm>
        <a:off x="6937528" y="1246887"/>
        <a:ext cx="433450" cy="433450"/>
      </dsp:txXfrm>
    </dsp:sp>
    <dsp:sp modelId="{1A6ADDED-7D61-4C38-8456-E1FC6AC00E59}">
      <dsp:nvSpPr>
        <dsp:cNvPr id="0" name=""/>
        <dsp:cNvSpPr/>
      </dsp:nvSpPr>
      <dsp:spPr>
        <a:xfrm>
          <a:off x="6424502" y="2996017"/>
          <a:ext cx="1459501" cy="72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71B080-0DF1-4D77-B9B0-EDE5B6DB6FDA}">
      <dsp:nvSpPr>
        <dsp:cNvPr id="0" name=""/>
        <dsp:cNvSpPr/>
      </dsp:nvSpPr>
      <dsp:spPr>
        <a:xfrm>
          <a:off x="145153" y="633114"/>
          <a:ext cx="1005669" cy="100566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3ED121-FEAE-456D-8E2F-A92D0DB3DCDB}">
      <dsp:nvSpPr>
        <dsp:cNvPr id="0" name=""/>
        <dsp:cNvSpPr/>
      </dsp:nvSpPr>
      <dsp:spPr>
        <a:xfrm>
          <a:off x="356344" y="844305"/>
          <a:ext cx="583288" cy="58328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12E357-21CD-490D-A076-29C73B27DF5A}">
      <dsp:nvSpPr>
        <dsp:cNvPr id="0" name=""/>
        <dsp:cNvSpPr/>
      </dsp:nvSpPr>
      <dsp:spPr>
        <a:xfrm>
          <a:off x="1366323" y="633114"/>
          <a:ext cx="2370505" cy="100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Phase 1: Data collection and model research.</a:t>
          </a:r>
        </a:p>
      </dsp:txBody>
      <dsp:txXfrm>
        <a:off x="1366323" y="633114"/>
        <a:ext cx="2370505" cy="1005669"/>
      </dsp:txXfrm>
    </dsp:sp>
    <dsp:sp modelId="{3A270CEE-EC29-4A7C-9D1B-9515193055EE}">
      <dsp:nvSpPr>
        <dsp:cNvPr id="0" name=""/>
        <dsp:cNvSpPr/>
      </dsp:nvSpPr>
      <dsp:spPr>
        <a:xfrm>
          <a:off x="4149871" y="633114"/>
          <a:ext cx="1005669" cy="100566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528168-3B08-4BDF-A286-BBF6F6D131F3}">
      <dsp:nvSpPr>
        <dsp:cNvPr id="0" name=""/>
        <dsp:cNvSpPr/>
      </dsp:nvSpPr>
      <dsp:spPr>
        <a:xfrm>
          <a:off x="4361061" y="844305"/>
          <a:ext cx="583288" cy="58328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E05723-1115-4A49-952D-3DC512DC459B}">
      <dsp:nvSpPr>
        <dsp:cNvPr id="0" name=""/>
        <dsp:cNvSpPr/>
      </dsp:nvSpPr>
      <dsp:spPr>
        <a:xfrm>
          <a:off x="5371040" y="633114"/>
          <a:ext cx="2370505" cy="100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Phase 2: Initial model development, backend setup.</a:t>
          </a:r>
        </a:p>
      </dsp:txBody>
      <dsp:txXfrm>
        <a:off x="5371040" y="633114"/>
        <a:ext cx="2370505" cy="1005669"/>
      </dsp:txXfrm>
    </dsp:sp>
    <dsp:sp modelId="{46F1EB16-C771-42C7-AC93-84A76E67AB63}">
      <dsp:nvSpPr>
        <dsp:cNvPr id="0" name=""/>
        <dsp:cNvSpPr/>
      </dsp:nvSpPr>
      <dsp:spPr>
        <a:xfrm>
          <a:off x="145153" y="2310092"/>
          <a:ext cx="1005669" cy="100566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0852A2-C647-4D7E-B710-1153BFD95DF4}">
      <dsp:nvSpPr>
        <dsp:cNvPr id="0" name=""/>
        <dsp:cNvSpPr/>
      </dsp:nvSpPr>
      <dsp:spPr>
        <a:xfrm>
          <a:off x="356344" y="2521282"/>
          <a:ext cx="583288" cy="58328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1B11D7-D56D-4F71-9A33-A40EACE44D0F}">
      <dsp:nvSpPr>
        <dsp:cNvPr id="0" name=""/>
        <dsp:cNvSpPr/>
      </dsp:nvSpPr>
      <dsp:spPr>
        <a:xfrm>
          <a:off x="1366323" y="2310092"/>
          <a:ext cx="2370505" cy="100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Phase 3: UI development, testing, and refining AI model.</a:t>
          </a:r>
        </a:p>
      </dsp:txBody>
      <dsp:txXfrm>
        <a:off x="1366323" y="2310092"/>
        <a:ext cx="2370505" cy="1005669"/>
      </dsp:txXfrm>
    </dsp:sp>
    <dsp:sp modelId="{5BC03021-23BD-46CD-83C5-3E8F8B8356B9}">
      <dsp:nvSpPr>
        <dsp:cNvPr id="0" name=""/>
        <dsp:cNvSpPr/>
      </dsp:nvSpPr>
      <dsp:spPr>
        <a:xfrm>
          <a:off x="4149871" y="2310092"/>
          <a:ext cx="1005669" cy="1005669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34C37C-DF21-4117-9D03-219628FE56E0}">
      <dsp:nvSpPr>
        <dsp:cNvPr id="0" name=""/>
        <dsp:cNvSpPr/>
      </dsp:nvSpPr>
      <dsp:spPr>
        <a:xfrm>
          <a:off x="4361061" y="2521282"/>
          <a:ext cx="583288" cy="58328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BC92DA-C52C-498E-BF3F-8B162A185EB9}">
      <dsp:nvSpPr>
        <dsp:cNvPr id="0" name=""/>
        <dsp:cNvSpPr/>
      </dsp:nvSpPr>
      <dsp:spPr>
        <a:xfrm>
          <a:off x="5371040" y="2310092"/>
          <a:ext cx="2370505" cy="100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Demo ready with early chaptering results.</a:t>
          </a:r>
        </a:p>
      </dsp:txBody>
      <dsp:txXfrm>
        <a:off x="5371040" y="2310092"/>
        <a:ext cx="2370505" cy="100566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6BCE3D-AAAC-44BC-92FC-C23F7B708E10}">
      <dsp:nvSpPr>
        <dsp:cNvPr id="0" name=""/>
        <dsp:cNvSpPr/>
      </dsp:nvSpPr>
      <dsp:spPr>
        <a:xfrm>
          <a:off x="333607" y="1150409"/>
          <a:ext cx="1033664" cy="103366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CD893F-EBD7-4BDF-B57C-D30FC0C0B324}">
      <dsp:nvSpPr>
        <dsp:cNvPr id="0" name=""/>
        <dsp:cNvSpPr/>
      </dsp:nvSpPr>
      <dsp:spPr>
        <a:xfrm>
          <a:off x="553896" y="1370698"/>
          <a:ext cx="593085" cy="59308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B84DAB-4BB3-4B63-9670-4BB139181F95}">
      <dsp:nvSpPr>
        <dsp:cNvPr id="0" name=""/>
        <dsp:cNvSpPr/>
      </dsp:nvSpPr>
      <dsp:spPr>
        <a:xfrm>
          <a:off x="3174" y="2506034"/>
          <a:ext cx="1694531" cy="677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Improved video accessibility and engagement.</a:t>
          </a:r>
        </a:p>
      </dsp:txBody>
      <dsp:txXfrm>
        <a:off x="3174" y="2506034"/>
        <a:ext cx="1694531" cy="677812"/>
      </dsp:txXfrm>
    </dsp:sp>
    <dsp:sp modelId="{3604B5E0-B36A-4565-AF06-72FF5A79767A}">
      <dsp:nvSpPr>
        <dsp:cNvPr id="0" name=""/>
        <dsp:cNvSpPr/>
      </dsp:nvSpPr>
      <dsp:spPr>
        <a:xfrm>
          <a:off x="2324681" y="1150409"/>
          <a:ext cx="1033664" cy="103366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254997-7846-4D1C-91E0-02A6030925C4}">
      <dsp:nvSpPr>
        <dsp:cNvPr id="0" name=""/>
        <dsp:cNvSpPr/>
      </dsp:nvSpPr>
      <dsp:spPr>
        <a:xfrm>
          <a:off x="2544970" y="1370698"/>
          <a:ext cx="593085" cy="59308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44890E-53F5-4422-8421-4183216DD5AD}">
      <dsp:nvSpPr>
        <dsp:cNvPr id="0" name=""/>
        <dsp:cNvSpPr/>
      </dsp:nvSpPr>
      <dsp:spPr>
        <a:xfrm>
          <a:off x="1994248" y="2506034"/>
          <a:ext cx="1694531" cy="677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Timesaving for educators, businesses, and content creators.</a:t>
          </a:r>
        </a:p>
      </dsp:txBody>
      <dsp:txXfrm>
        <a:off x="1994248" y="2506034"/>
        <a:ext cx="1694531" cy="677812"/>
      </dsp:txXfrm>
    </dsp:sp>
    <dsp:sp modelId="{ADF4CB11-6796-4E3E-99FC-8671E5ACA148}">
      <dsp:nvSpPr>
        <dsp:cNvPr id="0" name=""/>
        <dsp:cNvSpPr/>
      </dsp:nvSpPr>
      <dsp:spPr>
        <a:xfrm>
          <a:off x="4315756" y="1150409"/>
          <a:ext cx="1033664" cy="103366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86C157-D1F8-413C-9823-73EA456C4668}">
      <dsp:nvSpPr>
        <dsp:cNvPr id="0" name=""/>
        <dsp:cNvSpPr/>
      </dsp:nvSpPr>
      <dsp:spPr>
        <a:xfrm>
          <a:off x="4536045" y="1370698"/>
          <a:ext cx="593085" cy="59308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821F3C-0AB9-4902-84E4-99EA68D16067}">
      <dsp:nvSpPr>
        <dsp:cNvPr id="0" name=""/>
        <dsp:cNvSpPr/>
      </dsp:nvSpPr>
      <dsp:spPr>
        <a:xfrm>
          <a:off x="3985322" y="2506034"/>
          <a:ext cx="1694531" cy="677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Scalable solution for multiple industries.</a:t>
          </a:r>
        </a:p>
      </dsp:txBody>
      <dsp:txXfrm>
        <a:off x="3985322" y="2506034"/>
        <a:ext cx="1694531" cy="677812"/>
      </dsp:txXfrm>
    </dsp:sp>
    <dsp:sp modelId="{913F720C-C4FB-4A2E-924A-B7BE0AA02D5D}">
      <dsp:nvSpPr>
        <dsp:cNvPr id="0" name=""/>
        <dsp:cNvSpPr/>
      </dsp:nvSpPr>
      <dsp:spPr>
        <a:xfrm>
          <a:off x="6306830" y="1150409"/>
          <a:ext cx="1033664" cy="1033664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B0C1DE-0AB2-4949-BE21-AC1E2A120B7A}">
      <dsp:nvSpPr>
        <dsp:cNvPr id="0" name=""/>
        <dsp:cNvSpPr/>
      </dsp:nvSpPr>
      <dsp:spPr>
        <a:xfrm>
          <a:off x="6527119" y="1370698"/>
          <a:ext cx="593085" cy="59308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C835A0-F695-4017-856B-EA0669E949C3}">
      <dsp:nvSpPr>
        <dsp:cNvPr id="0" name=""/>
        <dsp:cNvSpPr/>
      </dsp:nvSpPr>
      <dsp:spPr>
        <a:xfrm>
          <a:off x="5976396" y="2506034"/>
          <a:ext cx="1694531" cy="677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Future expansion to multilanguage support and API integration.</a:t>
          </a:r>
        </a:p>
      </dsp:txBody>
      <dsp:txXfrm>
        <a:off x="5976396" y="2506034"/>
        <a:ext cx="1694531" cy="677812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CCB747-7062-4EE9-BBFF-9B9C92F6E823}">
      <dsp:nvSpPr>
        <dsp:cNvPr id="0" name=""/>
        <dsp:cNvSpPr/>
      </dsp:nvSpPr>
      <dsp:spPr>
        <a:xfrm>
          <a:off x="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E38B5D-72F7-41B6-B0DA-3B9E66408D26}">
      <dsp:nvSpPr>
        <dsp:cNvPr id="0" name=""/>
        <dsp:cNvSpPr/>
      </dsp:nvSpPr>
      <dsp:spPr>
        <a:xfrm>
          <a:off x="256120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Live demonstration of ClipHop.</a:t>
          </a:r>
        </a:p>
      </dsp:txBody>
      <dsp:txXfrm>
        <a:off x="298991" y="1277365"/>
        <a:ext cx="2219346" cy="1377989"/>
      </dsp:txXfrm>
    </dsp:sp>
    <dsp:sp modelId="{617B67B6-B802-4FEF-8AC8-EBF4E75FFFEB}">
      <dsp:nvSpPr>
        <dsp:cNvPr id="0" name=""/>
        <dsp:cNvSpPr/>
      </dsp:nvSpPr>
      <dsp:spPr>
        <a:xfrm>
          <a:off x="281733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F15E25-A3DD-4AE2-A10B-78DB568E1BE2}">
      <dsp:nvSpPr>
        <dsp:cNvPr id="0" name=""/>
        <dsp:cNvSpPr/>
      </dsp:nvSpPr>
      <dsp:spPr>
        <a:xfrm>
          <a:off x="3073451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Key functionalities and performance overview.</a:t>
          </a:r>
        </a:p>
      </dsp:txBody>
      <dsp:txXfrm>
        <a:off x="3116322" y="1277365"/>
        <a:ext cx="2219346" cy="1377989"/>
      </dsp:txXfrm>
    </dsp:sp>
    <dsp:sp modelId="{09CFC920-EA09-4253-BB10-C0801946F46D}">
      <dsp:nvSpPr>
        <dsp:cNvPr id="0" name=""/>
        <dsp:cNvSpPr/>
      </dsp:nvSpPr>
      <dsp:spPr>
        <a:xfrm>
          <a:off x="5634661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686BF2-CCB9-40C1-BD35-4A783B82947F}">
      <dsp:nvSpPr>
        <dsp:cNvPr id="0" name=""/>
        <dsp:cNvSpPr/>
      </dsp:nvSpPr>
      <dsp:spPr>
        <a:xfrm>
          <a:off x="5890782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Current limitations and areas for improvement.</a:t>
          </a:r>
        </a:p>
      </dsp:txBody>
      <dsp:txXfrm>
        <a:off x="5933653" y="1277365"/>
        <a:ext cx="2219346" cy="13779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sv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sv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9C6777B5-64F4-4200-B099-34168B69F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Scene board in red background">
            <a:extLst>
              <a:ext uri="{FF2B5EF4-FFF2-40B4-BE49-F238E27FC236}">
                <a16:creationId xmlns:a16="http://schemas.microsoft.com/office/drawing/2014/main" id="{1733BB02-827C-292F-CA79-69DEFF5B66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5"/>
          <a:stretch/>
        </p:blipFill>
        <p:spPr>
          <a:xfrm>
            <a:off x="20" y="10"/>
            <a:ext cx="9143980" cy="6095990"/>
          </a:xfrm>
          <a:custGeom>
            <a:avLst/>
            <a:gdLst/>
            <a:ahLst/>
            <a:cxnLst/>
            <a:rect l="l" t="t" r="r" b="b"/>
            <a:pathLst>
              <a:path w="12192000" h="6096000">
                <a:moveTo>
                  <a:pt x="7230262" y="5906862"/>
                </a:moveTo>
                <a:lnTo>
                  <a:pt x="7197115" y="5913338"/>
                </a:lnTo>
                <a:lnTo>
                  <a:pt x="7214545" y="5911744"/>
                </a:lnTo>
                <a:cubicBezTo>
                  <a:pt x="7220308" y="5910958"/>
                  <a:pt x="7225785" y="5909624"/>
                  <a:pt x="7230262" y="5906862"/>
                </a:cubicBezTo>
                <a:close/>
                <a:moveTo>
                  <a:pt x="7009120" y="5850263"/>
                </a:moveTo>
                <a:lnTo>
                  <a:pt x="7021563" y="5861355"/>
                </a:lnTo>
                <a:lnTo>
                  <a:pt x="7021563" y="5861354"/>
                </a:lnTo>
                <a:close/>
                <a:moveTo>
                  <a:pt x="7768443" y="5742074"/>
                </a:moveTo>
                <a:lnTo>
                  <a:pt x="7768443" y="5742075"/>
                </a:lnTo>
                <a:lnTo>
                  <a:pt x="7792447" y="5764553"/>
                </a:lnTo>
                <a:cubicBezTo>
                  <a:pt x="7785969" y="5758457"/>
                  <a:pt x="7779301" y="5752361"/>
                  <a:pt x="7768443" y="5742074"/>
                </a:cubicBezTo>
                <a:close/>
                <a:moveTo>
                  <a:pt x="4038748" y="5739955"/>
                </a:moveTo>
                <a:lnTo>
                  <a:pt x="4030517" y="5751599"/>
                </a:lnTo>
                <a:cubicBezTo>
                  <a:pt x="4026230" y="5759505"/>
                  <a:pt x="4021242" y="5765745"/>
                  <a:pt x="4015609" y="5770450"/>
                </a:cubicBezTo>
                <a:lnTo>
                  <a:pt x="3996845" y="5780104"/>
                </a:lnTo>
                <a:cubicBezTo>
                  <a:pt x="4010562" y="5776555"/>
                  <a:pt x="4021944" y="5767411"/>
                  <a:pt x="4030518" y="5751599"/>
                </a:cubicBezTo>
                <a:close/>
                <a:moveTo>
                  <a:pt x="6245343" y="5736549"/>
                </a:moveTo>
                <a:lnTo>
                  <a:pt x="6274406" y="5743345"/>
                </a:lnTo>
                <a:lnTo>
                  <a:pt x="6291247" y="5749662"/>
                </a:lnTo>
                <a:lnTo>
                  <a:pt x="6291385" y="5749714"/>
                </a:lnTo>
                <a:lnTo>
                  <a:pt x="6306284" y="5755552"/>
                </a:lnTo>
                <a:lnTo>
                  <a:pt x="6308075" y="5755968"/>
                </a:lnTo>
                <a:lnTo>
                  <a:pt x="6313855" y="5758133"/>
                </a:lnTo>
                <a:cubicBezTo>
                  <a:pt x="6321454" y="5760521"/>
                  <a:pt x="6329151" y="5762258"/>
                  <a:pt x="6337048" y="5762696"/>
                </a:cubicBezTo>
                <a:lnTo>
                  <a:pt x="6308075" y="5755968"/>
                </a:lnTo>
                <a:lnTo>
                  <a:pt x="6291385" y="5749714"/>
                </a:lnTo>
                <a:lnTo>
                  <a:pt x="6276197" y="5743764"/>
                </a:lnTo>
                <a:lnTo>
                  <a:pt x="6274406" y="5743345"/>
                </a:lnTo>
                <a:lnTo>
                  <a:pt x="6268613" y="5741171"/>
                </a:lnTo>
                <a:cubicBezTo>
                  <a:pt x="6260996" y="5738770"/>
                  <a:pt x="6253273" y="5737013"/>
                  <a:pt x="6245343" y="5736549"/>
                </a:cubicBezTo>
                <a:close/>
                <a:moveTo>
                  <a:pt x="6558837" y="5706717"/>
                </a:moveTo>
                <a:cubicBezTo>
                  <a:pt x="6548970" y="5706068"/>
                  <a:pt x="6539355" y="5706473"/>
                  <a:pt x="6529984" y="5708163"/>
                </a:cubicBezTo>
                <a:lnTo>
                  <a:pt x="6589207" y="5711593"/>
                </a:lnTo>
                <a:cubicBezTo>
                  <a:pt x="6578825" y="5709068"/>
                  <a:pt x="6568705" y="5707366"/>
                  <a:pt x="6558837" y="5706717"/>
                </a:cubicBezTo>
                <a:close/>
                <a:moveTo>
                  <a:pt x="4834454" y="5646059"/>
                </a:moveTo>
                <a:cubicBezTo>
                  <a:pt x="4849504" y="5662538"/>
                  <a:pt x="4866316" y="5668776"/>
                  <a:pt x="4883986" y="5670301"/>
                </a:cubicBezTo>
                <a:lnTo>
                  <a:pt x="4858238" y="5663787"/>
                </a:lnTo>
                <a:cubicBezTo>
                  <a:pt x="4849945" y="5659978"/>
                  <a:pt x="4841980" y="5654298"/>
                  <a:pt x="4834454" y="5646059"/>
                </a:cubicBezTo>
                <a:close/>
                <a:moveTo>
                  <a:pt x="5056443" y="5643725"/>
                </a:moveTo>
                <a:lnTo>
                  <a:pt x="5072588" y="5644505"/>
                </a:lnTo>
                <a:cubicBezTo>
                  <a:pt x="5078053" y="5645963"/>
                  <a:pt x="5083590" y="5648726"/>
                  <a:pt x="5089162" y="5653107"/>
                </a:cubicBezTo>
                <a:cubicBezTo>
                  <a:pt x="5078019" y="5644344"/>
                  <a:pt x="5067015" y="5642058"/>
                  <a:pt x="5056443" y="5643725"/>
                </a:cubicBezTo>
                <a:close/>
                <a:moveTo>
                  <a:pt x="739852" y="5343843"/>
                </a:moveTo>
                <a:cubicBezTo>
                  <a:pt x="733899" y="5350392"/>
                  <a:pt x="728660" y="5358013"/>
                  <a:pt x="724278" y="5365062"/>
                </a:cubicBezTo>
                <a:cubicBezTo>
                  <a:pt x="719849" y="5372206"/>
                  <a:pt x="714527" y="5377552"/>
                  <a:pt x="708621" y="5381222"/>
                </a:cubicBezTo>
                <a:lnTo>
                  <a:pt x="691439" y="5386697"/>
                </a:lnTo>
                <a:lnTo>
                  <a:pt x="708622" y="5381222"/>
                </a:lnTo>
                <a:cubicBezTo>
                  <a:pt x="714527" y="5377552"/>
                  <a:pt x="719849" y="5372206"/>
                  <a:pt x="724279" y="5365062"/>
                </a:cubicBezTo>
                <a:cubicBezTo>
                  <a:pt x="728660" y="5358013"/>
                  <a:pt x="733899" y="5350392"/>
                  <a:pt x="739852" y="5343843"/>
                </a:cubicBezTo>
                <a:close/>
                <a:moveTo>
                  <a:pt x="8934151" y="5275333"/>
                </a:moveTo>
                <a:cubicBezTo>
                  <a:pt x="8940248" y="5280573"/>
                  <a:pt x="8947058" y="5285906"/>
                  <a:pt x="8954249" y="5290264"/>
                </a:cubicBezTo>
                <a:lnTo>
                  <a:pt x="8962389" y="5293563"/>
                </a:lnTo>
                <a:lnTo>
                  <a:pt x="8954250" y="5290264"/>
                </a:lnTo>
                <a:cubicBezTo>
                  <a:pt x="8947058" y="5285906"/>
                  <a:pt x="8940248" y="5280573"/>
                  <a:pt x="8934151" y="5275333"/>
                </a:cubicBezTo>
                <a:close/>
                <a:moveTo>
                  <a:pt x="2314816" y="5273737"/>
                </a:moveTo>
                <a:cubicBezTo>
                  <a:pt x="2309720" y="5274714"/>
                  <a:pt x="2304339" y="5276762"/>
                  <a:pt x="2300909" y="5279143"/>
                </a:cubicBezTo>
                <a:cubicBezTo>
                  <a:pt x="2267856" y="5302385"/>
                  <a:pt x="2242281" y="5314291"/>
                  <a:pt x="2216515" y="5314887"/>
                </a:cubicBezTo>
                <a:cubicBezTo>
                  <a:pt x="2242281" y="5314291"/>
                  <a:pt x="2267856" y="5302385"/>
                  <a:pt x="2300910" y="5279143"/>
                </a:cubicBezTo>
                <a:close/>
                <a:moveTo>
                  <a:pt x="1916629" y="5252000"/>
                </a:moveTo>
                <a:lnTo>
                  <a:pt x="1907132" y="5255330"/>
                </a:lnTo>
                <a:lnTo>
                  <a:pt x="1866619" y="5265015"/>
                </a:lnTo>
                <a:lnTo>
                  <a:pt x="1907133" y="5255330"/>
                </a:lnTo>
                <a:close/>
                <a:moveTo>
                  <a:pt x="2058204" y="5241232"/>
                </a:moveTo>
                <a:cubicBezTo>
                  <a:pt x="2076636" y="5242946"/>
                  <a:pt x="2095174" y="5243803"/>
                  <a:pt x="2108194" y="5255939"/>
                </a:cubicBezTo>
                <a:cubicBezTo>
                  <a:pt x="2095175" y="5243803"/>
                  <a:pt x="2076636" y="5242946"/>
                  <a:pt x="2058204" y="5241232"/>
                </a:cubicBezTo>
                <a:close/>
                <a:moveTo>
                  <a:pt x="0" y="0"/>
                </a:moveTo>
                <a:lnTo>
                  <a:pt x="12191456" y="0"/>
                </a:lnTo>
                <a:lnTo>
                  <a:pt x="12191456" y="873938"/>
                </a:lnTo>
                <a:lnTo>
                  <a:pt x="12192000" y="873938"/>
                </a:lnTo>
                <a:lnTo>
                  <a:pt x="12192000" y="3249107"/>
                </a:lnTo>
                <a:cubicBezTo>
                  <a:pt x="12192000" y="3264730"/>
                  <a:pt x="12192000" y="3274255"/>
                  <a:pt x="12192000" y="3283970"/>
                </a:cubicBezTo>
                <a:lnTo>
                  <a:pt x="12192000" y="3681702"/>
                </a:lnTo>
                <a:lnTo>
                  <a:pt x="12160947" y="3710323"/>
                </a:lnTo>
                <a:cubicBezTo>
                  <a:pt x="12118083" y="3731849"/>
                  <a:pt x="12072360" y="3751282"/>
                  <a:pt x="12026448" y="3770523"/>
                </a:cubicBezTo>
                <a:cubicBezTo>
                  <a:pt x="12013114" y="3776049"/>
                  <a:pt x="11998443" y="3779097"/>
                  <a:pt x="11986443" y="3786526"/>
                </a:cubicBezTo>
                <a:cubicBezTo>
                  <a:pt x="11931195" y="3820436"/>
                  <a:pt x="11877664" y="3857014"/>
                  <a:pt x="11821656" y="3889591"/>
                </a:cubicBezTo>
                <a:cubicBezTo>
                  <a:pt x="11763931" y="3923310"/>
                  <a:pt x="11712304" y="3963126"/>
                  <a:pt x="11672489" y="4017039"/>
                </a:cubicBezTo>
                <a:cubicBezTo>
                  <a:pt x="11635529" y="4067143"/>
                  <a:pt x="11599714" y="4118007"/>
                  <a:pt x="11562947" y="4168300"/>
                </a:cubicBezTo>
                <a:cubicBezTo>
                  <a:pt x="11553613" y="4181065"/>
                  <a:pt x="11545039" y="4196115"/>
                  <a:pt x="11532275" y="4204307"/>
                </a:cubicBezTo>
                <a:cubicBezTo>
                  <a:pt x="11505795" y="4221452"/>
                  <a:pt x="11476838" y="4235359"/>
                  <a:pt x="11448453" y="4249457"/>
                </a:cubicBezTo>
                <a:cubicBezTo>
                  <a:pt x="11424069" y="4261459"/>
                  <a:pt x="11398160" y="4270411"/>
                  <a:pt x="11374346" y="4283366"/>
                </a:cubicBezTo>
                <a:cubicBezTo>
                  <a:pt x="11355296" y="4293655"/>
                  <a:pt x="11338339" y="4307943"/>
                  <a:pt x="11320623" y="4320897"/>
                </a:cubicBezTo>
                <a:cubicBezTo>
                  <a:pt x="11305192" y="4332136"/>
                  <a:pt x="11288238" y="4341852"/>
                  <a:pt x="11275283" y="4355378"/>
                </a:cubicBezTo>
                <a:cubicBezTo>
                  <a:pt x="11243658" y="4388145"/>
                  <a:pt x="11211843" y="4420340"/>
                  <a:pt x="11172600" y="4444536"/>
                </a:cubicBezTo>
                <a:cubicBezTo>
                  <a:pt x="11133927" y="4468538"/>
                  <a:pt x="11097350" y="4495401"/>
                  <a:pt x="11058869" y="4519786"/>
                </a:cubicBezTo>
                <a:cubicBezTo>
                  <a:pt x="11021146" y="4543599"/>
                  <a:pt x="10987046" y="4569697"/>
                  <a:pt x="10967423" y="4611991"/>
                </a:cubicBezTo>
                <a:cubicBezTo>
                  <a:pt x="10958661" y="4630659"/>
                  <a:pt x="10946279" y="4651044"/>
                  <a:pt x="10929704" y="4661903"/>
                </a:cubicBezTo>
                <a:cubicBezTo>
                  <a:pt x="10906081" y="4677334"/>
                  <a:pt x="10876171" y="4682859"/>
                  <a:pt x="10850453" y="4696003"/>
                </a:cubicBezTo>
                <a:cubicBezTo>
                  <a:pt x="10820162" y="4711434"/>
                  <a:pt x="10785111" y="4724770"/>
                  <a:pt x="10764534" y="4749345"/>
                </a:cubicBezTo>
                <a:cubicBezTo>
                  <a:pt x="10746246" y="4771255"/>
                  <a:pt x="10727767" y="4788399"/>
                  <a:pt x="10703573" y="4802305"/>
                </a:cubicBezTo>
                <a:cubicBezTo>
                  <a:pt x="10686617" y="4812022"/>
                  <a:pt x="10674046" y="4829738"/>
                  <a:pt x="10656519" y="4837740"/>
                </a:cubicBezTo>
                <a:cubicBezTo>
                  <a:pt x="10633467" y="4848409"/>
                  <a:pt x="10610225" y="4856791"/>
                  <a:pt x="10590031" y="4873366"/>
                </a:cubicBezTo>
                <a:cubicBezTo>
                  <a:pt x="10569075" y="4890510"/>
                  <a:pt x="10545263" y="4904036"/>
                  <a:pt x="10523354" y="4920039"/>
                </a:cubicBezTo>
                <a:cubicBezTo>
                  <a:pt x="10511734" y="4928611"/>
                  <a:pt x="10502208" y="4939851"/>
                  <a:pt x="10490969" y="4948806"/>
                </a:cubicBezTo>
                <a:cubicBezTo>
                  <a:pt x="10470394" y="4965188"/>
                  <a:pt x="10449438" y="4981191"/>
                  <a:pt x="10428291" y="4996622"/>
                </a:cubicBezTo>
                <a:cubicBezTo>
                  <a:pt x="10407146" y="5012055"/>
                  <a:pt x="10386952" y="5029961"/>
                  <a:pt x="10363709" y="5041201"/>
                </a:cubicBezTo>
                <a:cubicBezTo>
                  <a:pt x="10324086" y="5060251"/>
                  <a:pt x="10280840" y="5071682"/>
                  <a:pt x="10242357" y="5092257"/>
                </a:cubicBezTo>
                <a:cubicBezTo>
                  <a:pt x="10203304" y="5113211"/>
                  <a:pt x="10166536" y="5139503"/>
                  <a:pt x="10131863" y="5167315"/>
                </a:cubicBezTo>
                <a:cubicBezTo>
                  <a:pt x="10104430" y="5189224"/>
                  <a:pt x="10078713" y="5210943"/>
                  <a:pt x="10044230" y="5222182"/>
                </a:cubicBezTo>
                <a:cubicBezTo>
                  <a:pt x="10024990" y="5228470"/>
                  <a:pt x="10004797" y="5242186"/>
                  <a:pt x="9993175" y="5258189"/>
                </a:cubicBezTo>
                <a:cubicBezTo>
                  <a:pt x="9968027" y="5293049"/>
                  <a:pt x="9935832" y="5317626"/>
                  <a:pt x="9899446" y="5338582"/>
                </a:cubicBezTo>
                <a:cubicBezTo>
                  <a:pt x="9850865" y="5366776"/>
                  <a:pt x="9802858" y="5395543"/>
                  <a:pt x="9754088" y="5423166"/>
                </a:cubicBezTo>
                <a:cubicBezTo>
                  <a:pt x="9725323" y="5439551"/>
                  <a:pt x="9696749" y="5456885"/>
                  <a:pt x="9666265" y="5468888"/>
                </a:cubicBezTo>
                <a:cubicBezTo>
                  <a:pt x="9603971" y="5493655"/>
                  <a:pt x="9540152" y="5514799"/>
                  <a:pt x="9477283" y="5537851"/>
                </a:cubicBezTo>
                <a:cubicBezTo>
                  <a:pt x="9456709" y="5545280"/>
                  <a:pt x="9437278" y="5555949"/>
                  <a:pt x="9416321" y="5562426"/>
                </a:cubicBezTo>
                <a:cubicBezTo>
                  <a:pt x="9393650" y="5569475"/>
                  <a:pt x="9369267" y="5571571"/>
                  <a:pt x="9346597" y="5578619"/>
                </a:cubicBezTo>
                <a:cubicBezTo>
                  <a:pt x="9308875" y="5590240"/>
                  <a:pt x="9272298" y="5605101"/>
                  <a:pt x="9234579" y="5616911"/>
                </a:cubicBezTo>
                <a:cubicBezTo>
                  <a:pt x="9161805" y="5639582"/>
                  <a:pt x="9088840" y="5661299"/>
                  <a:pt x="9015878" y="5682826"/>
                </a:cubicBezTo>
                <a:cubicBezTo>
                  <a:pt x="9000257" y="5687399"/>
                  <a:pt x="8983301" y="5687970"/>
                  <a:pt x="8967871" y="5692923"/>
                </a:cubicBezTo>
                <a:cubicBezTo>
                  <a:pt x="8926911" y="5706259"/>
                  <a:pt x="8886142" y="5720736"/>
                  <a:pt x="8845565" y="5735407"/>
                </a:cubicBezTo>
                <a:cubicBezTo>
                  <a:pt x="8820990" y="5744361"/>
                  <a:pt x="8796985" y="5755409"/>
                  <a:pt x="8772219" y="5763982"/>
                </a:cubicBezTo>
                <a:cubicBezTo>
                  <a:pt x="8752407" y="5770840"/>
                  <a:pt x="8732023" y="5776174"/>
                  <a:pt x="8711448" y="5780366"/>
                </a:cubicBezTo>
                <a:cubicBezTo>
                  <a:pt x="8693731" y="5783986"/>
                  <a:pt x="8675253" y="5783603"/>
                  <a:pt x="8657726" y="5787986"/>
                </a:cubicBezTo>
                <a:cubicBezTo>
                  <a:pt x="8610288" y="5799797"/>
                  <a:pt x="8563425" y="5813133"/>
                  <a:pt x="8516369" y="5825705"/>
                </a:cubicBezTo>
                <a:cubicBezTo>
                  <a:pt x="8497511" y="5830659"/>
                  <a:pt x="8478269" y="5834280"/>
                  <a:pt x="8459979" y="5840566"/>
                </a:cubicBezTo>
                <a:cubicBezTo>
                  <a:pt x="8411019" y="5857141"/>
                  <a:pt x="8362822" y="5875999"/>
                  <a:pt x="8313671" y="5891622"/>
                </a:cubicBezTo>
                <a:cubicBezTo>
                  <a:pt x="8272903" y="5904576"/>
                  <a:pt x="8230992" y="5913910"/>
                  <a:pt x="8189651" y="5925341"/>
                </a:cubicBezTo>
                <a:cubicBezTo>
                  <a:pt x="8172124" y="5930295"/>
                  <a:pt x="8155359" y="5937343"/>
                  <a:pt x="8137835" y="5941534"/>
                </a:cubicBezTo>
                <a:cubicBezTo>
                  <a:pt x="8098590" y="5951059"/>
                  <a:pt x="8058774" y="5959059"/>
                  <a:pt x="8019339" y="5968586"/>
                </a:cubicBezTo>
                <a:cubicBezTo>
                  <a:pt x="7996859" y="5974110"/>
                  <a:pt x="7975142" y="5984017"/>
                  <a:pt x="7952280" y="5987637"/>
                </a:cubicBezTo>
                <a:cubicBezTo>
                  <a:pt x="7897987" y="5996209"/>
                  <a:pt x="7843311" y="6002305"/>
                  <a:pt x="7788636" y="6009163"/>
                </a:cubicBezTo>
                <a:cubicBezTo>
                  <a:pt x="7732247" y="6016211"/>
                  <a:pt x="7676047" y="6023642"/>
                  <a:pt x="7619655" y="6029928"/>
                </a:cubicBezTo>
                <a:cubicBezTo>
                  <a:pt x="7588795" y="6033168"/>
                  <a:pt x="7557742" y="6033738"/>
                  <a:pt x="7526880" y="6036786"/>
                </a:cubicBezTo>
                <a:cubicBezTo>
                  <a:pt x="7499828" y="6039455"/>
                  <a:pt x="7472967" y="6044407"/>
                  <a:pt x="7445916" y="6047647"/>
                </a:cubicBezTo>
                <a:cubicBezTo>
                  <a:pt x="7422483" y="6050313"/>
                  <a:pt x="7398860" y="6051837"/>
                  <a:pt x="7375428" y="6054505"/>
                </a:cubicBezTo>
                <a:cubicBezTo>
                  <a:pt x="7337899" y="6058885"/>
                  <a:pt x="7300559" y="6063839"/>
                  <a:pt x="7263220" y="6068411"/>
                </a:cubicBezTo>
                <a:cubicBezTo>
                  <a:pt x="7247599" y="6070126"/>
                  <a:pt x="7231214" y="6074888"/>
                  <a:pt x="7216547" y="6072032"/>
                </a:cubicBezTo>
                <a:cubicBezTo>
                  <a:pt x="7179587" y="6064791"/>
                  <a:pt x="7143199" y="6066887"/>
                  <a:pt x="7106432" y="6071840"/>
                </a:cubicBezTo>
                <a:cubicBezTo>
                  <a:pt x="7093860" y="6073555"/>
                  <a:pt x="7080334" y="6073174"/>
                  <a:pt x="7068141" y="6069936"/>
                </a:cubicBezTo>
                <a:cubicBezTo>
                  <a:pt x="7043184" y="6063457"/>
                  <a:pt x="7018991" y="6054313"/>
                  <a:pt x="6994415" y="6046313"/>
                </a:cubicBezTo>
                <a:cubicBezTo>
                  <a:pt x="6991747" y="6045361"/>
                  <a:pt x="6988509" y="6045169"/>
                  <a:pt x="6985653" y="6044599"/>
                </a:cubicBezTo>
                <a:cubicBezTo>
                  <a:pt x="6969457" y="6041359"/>
                  <a:pt x="6953457" y="6038120"/>
                  <a:pt x="6937263" y="6035263"/>
                </a:cubicBezTo>
                <a:cubicBezTo>
                  <a:pt x="6928501" y="6033738"/>
                  <a:pt x="6919547" y="6033549"/>
                  <a:pt x="6910782" y="6032214"/>
                </a:cubicBezTo>
                <a:cubicBezTo>
                  <a:pt x="6876872" y="6026880"/>
                  <a:pt x="6839534" y="6035834"/>
                  <a:pt x="6810195" y="6012784"/>
                </a:cubicBezTo>
                <a:cubicBezTo>
                  <a:pt x="6791144" y="5997923"/>
                  <a:pt x="6772665" y="6001353"/>
                  <a:pt x="6752283" y="6003639"/>
                </a:cubicBezTo>
                <a:cubicBezTo>
                  <a:pt x="6736851" y="6005353"/>
                  <a:pt x="6721038" y="6004782"/>
                  <a:pt x="6705417" y="6004974"/>
                </a:cubicBezTo>
                <a:cubicBezTo>
                  <a:pt x="6677984" y="6005543"/>
                  <a:pt x="6650551" y="6005735"/>
                  <a:pt x="6623118" y="6006687"/>
                </a:cubicBezTo>
                <a:cubicBezTo>
                  <a:pt x="6614353" y="6007067"/>
                  <a:pt x="6605401" y="6011832"/>
                  <a:pt x="6596828" y="6011070"/>
                </a:cubicBezTo>
                <a:cubicBezTo>
                  <a:pt x="6557201" y="6007449"/>
                  <a:pt x="6517576" y="6001734"/>
                  <a:pt x="6477951" y="5998495"/>
                </a:cubicBezTo>
                <a:cubicBezTo>
                  <a:pt x="6455472" y="5996591"/>
                  <a:pt x="6432420" y="6000209"/>
                  <a:pt x="6410131" y="5997543"/>
                </a:cubicBezTo>
                <a:cubicBezTo>
                  <a:pt x="6384414" y="5994495"/>
                  <a:pt x="6359268" y="5986685"/>
                  <a:pt x="6333739" y="5981920"/>
                </a:cubicBezTo>
                <a:cubicBezTo>
                  <a:pt x="6326691" y="5980589"/>
                  <a:pt x="6318880" y="5982303"/>
                  <a:pt x="6311449" y="5982682"/>
                </a:cubicBezTo>
                <a:cubicBezTo>
                  <a:pt x="6303068" y="5983064"/>
                  <a:pt x="6294876" y="5983826"/>
                  <a:pt x="6286493" y="5984017"/>
                </a:cubicBezTo>
                <a:cubicBezTo>
                  <a:pt x="6260964" y="5984399"/>
                  <a:pt x="6235437" y="5983826"/>
                  <a:pt x="6209909" y="5985161"/>
                </a:cubicBezTo>
                <a:cubicBezTo>
                  <a:pt x="6194288" y="5985922"/>
                  <a:pt x="6177905" y="5993733"/>
                  <a:pt x="6163425" y="5990874"/>
                </a:cubicBezTo>
                <a:cubicBezTo>
                  <a:pt x="6133897" y="5985351"/>
                  <a:pt x="6104368" y="5997733"/>
                  <a:pt x="6074842" y="5987447"/>
                </a:cubicBezTo>
                <a:cubicBezTo>
                  <a:pt x="6065695" y="5984399"/>
                  <a:pt x="6053124" y="5992019"/>
                  <a:pt x="6042072" y="5992399"/>
                </a:cubicBezTo>
                <a:cubicBezTo>
                  <a:pt x="6014449" y="5993351"/>
                  <a:pt x="5986828" y="5993161"/>
                  <a:pt x="5959204" y="5992971"/>
                </a:cubicBezTo>
                <a:cubicBezTo>
                  <a:pt x="5934438" y="5992781"/>
                  <a:pt x="5908719" y="5995447"/>
                  <a:pt x="5884906" y="5990113"/>
                </a:cubicBezTo>
                <a:cubicBezTo>
                  <a:pt x="5859949" y="5984399"/>
                  <a:pt x="5837471" y="5985161"/>
                  <a:pt x="5813275" y="5991637"/>
                </a:cubicBezTo>
                <a:cubicBezTo>
                  <a:pt x="5796702" y="5996019"/>
                  <a:pt x="5779174" y="5996591"/>
                  <a:pt x="5762029" y="5997923"/>
                </a:cubicBezTo>
                <a:cubicBezTo>
                  <a:pt x="5743551" y="5999447"/>
                  <a:pt x="5723166" y="5995447"/>
                  <a:pt x="5706401" y="6001734"/>
                </a:cubicBezTo>
                <a:cubicBezTo>
                  <a:pt x="5656488" y="6020403"/>
                  <a:pt x="5605244" y="6024403"/>
                  <a:pt x="5553045" y="6024403"/>
                </a:cubicBezTo>
                <a:cubicBezTo>
                  <a:pt x="5543518" y="6024403"/>
                  <a:pt x="5533802" y="6021738"/>
                  <a:pt x="5524660" y="6018880"/>
                </a:cubicBezTo>
                <a:cubicBezTo>
                  <a:pt x="5471316" y="6001734"/>
                  <a:pt x="5417784" y="6003257"/>
                  <a:pt x="5363491" y="6013736"/>
                </a:cubicBezTo>
                <a:cubicBezTo>
                  <a:pt x="5352250" y="6016022"/>
                  <a:pt x="5339677" y="6016403"/>
                  <a:pt x="5328438" y="6014118"/>
                </a:cubicBezTo>
                <a:cubicBezTo>
                  <a:pt x="5296812" y="6007449"/>
                  <a:pt x="5266141" y="5996399"/>
                  <a:pt x="5234326" y="5991637"/>
                </a:cubicBezTo>
                <a:cubicBezTo>
                  <a:pt x="5181748" y="5983826"/>
                  <a:pt x="5136216" y="6010115"/>
                  <a:pt x="5089162" y="6027262"/>
                </a:cubicBezTo>
                <a:cubicBezTo>
                  <a:pt x="5044391" y="6043455"/>
                  <a:pt x="5006292" y="6080032"/>
                  <a:pt x="4953328" y="6071840"/>
                </a:cubicBezTo>
                <a:cubicBezTo>
                  <a:pt x="4947996" y="6071078"/>
                  <a:pt x="4942089" y="6076222"/>
                  <a:pt x="4936184" y="6077555"/>
                </a:cubicBezTo>
                <a:cubicBezTo>
                  <a:pt x="4919991" y="6081176"/>
                  <a:pt x="4903799" y="6085555"/>
                  <a:pt x="4887415" y="6087272"/>
                </a:cubicBezTo>
                <a:cubicBezTo>
                  <a:pt x="4867412" y="6089558"/>
                  <a:pt x="4847027" y="6088797"/>
                  <a:pt x="4827024" y="6090701"/>
                </a:cubicBezTo>
                <a:cubicBezTo>
                  <a:pt x="4814165" y="6091844"/>
                  <a:pt x="4801401" y="6093939"/>
                  <a:pt x="4788661" y="6095749"/>
                </a:cubicBezTo>
                <a:lnTo>
                  <a:pt x="4785776" y="6096000"/>
                </a:lnTo>
                <a:lnTo>
                  <a:pt x="4726469" y="6096000"/>
                </a:lnTo>
                <a:lnTo>
                  <a:pt x="4719697" y="6095130"/>
                </a:lnTo>
                <a:cubicBezTo>
                  <a:pt x="4709481" y="6092939"/>
                  <a:pt x="4699289" y="6090320"/>
                  <a:pt x="4689098" y="6088605"/>
                </a:cubicBezTo>
                <a:cubicBezTo>
                  <a:pt x="4660331" y="6083842"/>
                  <a:pt x="4628705" y="6085176"/>
                  <a:pt x="4603368" y="6072984"/>
                </a:cubicBezTo>
                <a:cubicBezTo>
                  <a:pt x="4576318" y="6060029"/>
                  <a:pt x="4550599" y="6054123"/>
                  <a:pt x="4522596" y="6058123"/>
                </a:cubicBezTo>
                <a:cubicBezTo>
                  <a:pt x="4513260" y="6059457"/>
                  <a:pt x="4501257" y="6067459"/>
                  <a:pt x="4497068" y="6075649"/>
                </a:cubicBezTo>
                <a:cubicBezTo>
                  <a:pt x="4487731" y="6093938"/>
                  <a:pt x="4474969" y="6097178"/>
                  <a:pt x="4457632" y="6090890"/>
                </a:cubicBezTo>
                <a:cubicBezTo>
                  <a:pt x="4442581" y="6085555"/>
                  <a:pt x="4424104" y="6082890"/>
                  <a:pt x="4413817" y="6072601"/>
                </a:cubicBezTo>
                <a:cubicBezTo>
                  <a:pt x="4384668" y="6043455"/>
                  <a:pt x="4347518" y="6042503"/>
                  <a:pt x="4311323" y="6034693"/>
                </a:cubicBezTo>
                <a:cubicBezTo>
                  <a:pt x="4289227" y="6029928"/>
                  <a:pt x="4268649" y="6029738"/>
                  <a:pt x="4246551" y="6032976"/>
                </a:cubicBezTo>
                <a:cubicBezTo>
                  <a:pt x="4198546" y="6040216"/>
                  <a:pt x="4151870" y="6029928"/>
                  <a:pt x="4105766" y="6016784"/>
                </a:cubicBezTo>
                <a:cubicBezTo>
                  <a:pt x="4075285" y="6008022"/>
                  <a:pt x="4044043" y="6002687"/>
                  <a:pt x="4013753" y="5993733"/>
                </a:cubicBezTo>
                <a:cubicBezTo>
                  <a:pt x="3991083" y="5986874"/>
                  <a:pt x="3968414" y="5978682"/>
                  <a:pt x="3947648" y="5967634"/>
                </a:cubicBezTo>
                <a:cubicBezTo>
                  <a:pt x="3917546" y="5951440"/>
                  <a:pt x="3891259" y="5927055"/>
                  <a:pt x="3852966" y="5933533"/>
                </a:cubicBezTo>
                <a:cubicBezTo>
                  <a:pt x="3819245" y="5939247"/>
                  <a:pt x="3788766" y="5927247"/>
                  <a:pt x="3757902" y="5915816"/>
                </a:cubicBezTo>
                <a:cubicBezTo>
                  <a:pt x="3735231" y="5907434"/>
                  <a:pt x="3712565" y="5898859"/>
                  <a:pt x="3689131" y="5893526"/>
                </a:cubicBezTo>
                <a:cubicBezTo>
                  <a:pt x="3661315" y="5887239"/>
                  <a:pt x="3629882" y="5889907"/>
                  <a:pt x="3605116" y="5878285"/>
                </a:cubicBezTo>
                <a:cubicBezTo>
                  <a:pt x="3579206" y="5866093"/>
                  <a:pt x="3557682" y="5874285"/>
                  <a:pt x="3534629" y="5877715"/>
                </a:cubicBezTo>
                <a:cubicBezTo>
                  <a:pt x="3497862" y="5883049"/>
                  <a:pt x="3461282" y="5892955"/>
                  <a:pt x="3424135" y="5880382"/>
                </a:cubicBezTo>
                <a:cubicBezTo>
                  <a:pt x="3378986" y="5865141"/>
                  <a:pt x="3334216" y="5848758"/>
                  <a:pt x="3288877" y="5834280"/>
                </a:cubicBezTo>
                <a:cubicBezTo>
                  <a:pt x="3271348" y="5828753"/>
                  <a:pt x="3252492" y="5826467"/>
                  <a:pt x="3234202" y="5823991"/>
                </a:cubicBezTo>
                <a:cubicBezTo>
                  <a:pt x="3216867" y="5821895"/>
                  <a:pt x="3196102" y="5827230"/>
                  <a:pt x="3182763" y="5819229"/>
                </a:cubicBezTo>
                <a:cubicBezTo>
                  <a:pt x="3148472" y="5798655"/>
                  <a:pt x="3113231" y="5788558"/>
                  <a:pt x="3073604" y="5788558"/>
                </a:cubicBezTo>
                <a:cubicBezTo>
                  <a:pt x="3058743" y="5788558"/>
                  <a:pt x="3044264" y="5779984"/>
                  <a:pt x="3029216" y="5778459"/>
                </a:cubicBezTo>
                <a:cubicBezTo>
                  <a:pt x="3008639" y="5776555"/>
                  <a:pt x="2985016" y="5771411"/>
                  <a:pt x="2967110" y="5778651"/>
                </a:cubicBezTo>
                <a:cubicBezTo>
                  <a:pt x="2925008" y="5795797"/>
                  <a:pt x="2890910" y="5781507"/>
                  <a:pt x="2854140" y="5764553"/>
                </a:cubicBezTo>
                <a:cubicBezTo>
                  <a:pt x="2817943" y="5747789"/>
                  <a:pt x="2779842" y="5734455"/>
                  <a:pt x="2741360" y="5723403"/>
                </a:cubicBezTo>
                <a:cubicBezTo>
                  <a:pt x="2726882" y="5719403"/>
                  <a:pt x="2709548" y="5726072"/>
                  <a:pt x="2693543" y="5727405"/>
                </a:cubicBezTo>
                <a:cubicBezTo>
                  <a:pt x="2687827" y="5727786"/>
                  <a:pt x="2681540" y="5728358"/>
                  <a:pt x="2676398" y="5726453"/>
                </a:cubicBezTo>
                <a:cubicBezTo>
                  <a:pt x="2626677" y="5708163"/>
                  <a:pt x="2576191" y="5694257"/>
                  <a:pt x="2522279" y="5703782"/>
                </a:cubicBezTo>
                <a:cubicBezTo>
                  <a:pt x="2517327" y="5704735"/>
                  <a:pt x="2511800" y="5702639"/>
                  <a:pt x="2506847" y="5701305"/>
                </a:cubicBezTo>
                <a:cubicBezTo>
                  <a:pt x="2482652" y="5694447"/>
                  <a:pt x="2459029" y="5683589"/>
                  <a:pt x="2434456" y="5681112"/>
                </a:cubicBezTo>
                <a:cubicBezTo>
                  <a:pt x="2373874" y="5675016"/>
                  <a:pt x="2312915" y="5672538"/>
                  <a:pt x="2251948" y="5668538"/>
                </a:cubicBezTo>
                <a:cubicBezTo>
                  <a:pt x="2248138" y="5668349"/>
                  <a:pt x="2244137" y="5668349"/>
                  <a:pt x="2240710" y="5667014"/>
                </a:cubicBezTo>
                <a:cubicBezTo>
                  <a:pt x="2218229" y="5658822"/>
                  <a:pt x="2198608" y="5661490"/>
                  <a:pt x="2179556" y="5677111"/>
                </a:cubicBezTo>
                <a:cubicBezTo>
                  <a:pt x="2171173" y="5683969"/>
                  <a:pt x="2159743" y="5687589"/>
                  <a:pt x="2149267" y="5691399"/>
                </a:cubicBezTo>
                <a:cubicBezTo>
                  <a:pt x="2133834" y="5697115"/>
                  <a:pt x="2118023" y="5702639"/>
                  <a:pt x="2102021" y="5706259"/>
                </a:cubicBezTo>
                <a:cubicBezTo>
                  <a:pt x="2086208" y="5709688"/>
                  <a:pt x="2069254" y="5714449"/>
                  <a:pt x="2054013" y="5711784"/>
                </a:cubicBezTo>
                <a:cubicBezTo>
                  <a:pt x="2026581" y="5707022"/>
                  <a:pt x="2000479" y="5696353"/>
                  <a:pt x="1973429" y="5689303"/>
                </a:cubicBezTo>
                <a:cubicBezTo>
                  <a:pt x="1964094" y="5686826"/>
                  <a:pt x="1953806" y="5687209"/>
                  <a:pt x="1944092" y="5687017"/>
                </a:cubicBezTo>
                <a:cubicBezTo>
                  <a:pt x="1921800" y="5686447"/>
                  <a:pt x="1898940" y="5691971"/>
                  <a:pt x="1878748" y="5676159"/>
                </a:cubicBezTo>
                <a:cubicBezTo>
                  <a:pt x="1860079" y="5661299"/>
                  <a:pt x="1841216" y="5665680"/>
                  <a:pt x="1821596" y="5676920"/>
                </a:cubicBezTo>
                <a:cubicBezTo>
                  <a:pt x="1807497" y="5684922"/>
                  <a:pt x="1791496" y="5691209"/>
                  <a:pt x="1775684" y="5694257"/>
                </a:cubicBezTo>
                <a:cubicBezTo>
                  <a:pt x="1753965" y="5698447"/>
                  <a:pt x="1732439" y="5700163"/>
                  <a:pt x="1709006" y="5697685"/>
                </a:cubicBezTo>
                <a:cubicBezTo>
                  <a:pt x="1692431" y="5695971"/>
                  <a:pt x="1678904" y="5695209"/>
                  <a:pt x="1665950" y="5685113"/>
                </a:cubicBezTo>
                <a:cubicBezTo>
                  <a:pt x="1663856" y="5683589"/>
                  <a:pt x="1660046" y="5683207"/>
                  <a:pt x="1657188" y="5683399"/>
                </a:cubicBezTo>
                <a:cubicBezTo>
                  <a:pt x="1619658" y="5686637"/>
                  <a:pt x="1582510" y="5684922"/>
                  <a:pt x="1544598" y="5682634"/>
                </a:cubicBezTo>
                <a:cubicBezTo>
                  <a:pt x="1496403" y="5679589"/>
                  <a:pt x="1445725" y="5688541"/>
                  <a:pt x="1404006" y="5720546"/>
                </a:cubicBezTo>
                <a:cubicBezTo>
                  <a:pt x="1397909" y="5725310"/>
                  <a:pt x="1388765" y="5727405"/>
                  <a:pt x="1380762" y="5728549"/>
                </a:cubicBezTo>
                <a:cubicBezTo>
                  <a:pt x="1343044" y="5733501"/>
                  <a:pt x="1305132" y="5736930"/>
                  <a:pt x="1267411" y="5742455"/>
                </a:cubicBezTo>
                <a:cubicBezTo>
                  <a:pt x="1246837" y="5745503"/>
                  <a:pt x="1225310" y="5748170"/>
                  <a:pt x="1206641" y="5756553"/>
                </a:cubicBezTo>
                <a:cubicBezTo>
                  <a:pt x="1188354" y="5764743"/>
                  <a:pt x="1173681" y="5774459"/>
                  <a:pt x="1162823" y="5757315"/>
                </a:cubicBezTo>
                <a:cubicBezTo>
                  <a:pt x="1143394" y="5766459"/>
                  <a:pt x="1126437" y="5774080"/>
                  <a:pt x="1109865" y="5782270"/>
                </a:cubicBezTo>
                <a:cubicBezTo>
                  <a:pt x="1103767" y="5785318"/>
                  <a:pt x="1098623" y="5790272"/>
                  <a:pt x="1092527" y="5793130"/>
                </a:cubicBezTo>
                <a:cubicBezTo>
                  <a:pt x="1086048" y="5796178"/>
                  <a:pt x="1078810" y="5798082"/>
                  <a:pt x="1071762" y="5799607"/>
                </a:cubicBezTo>
                <a:cubicBezTo>
                  <a:pt x="1040327" y="5806465"/>
                  <a:pt x="1008894" y="5812751"/>
                  <a:pt x="977653" y="5820182"/>
                </a:cubicBezTo>
                <a:cubicBezTo>
                  <a:pt x="971554" y="5821705"/>
                  <a:pt x="966411" y="5827801"/>
                  <a:pt x="960887" y="5831801"/>
                </a:cubicBezTo>
                <a:cubicBezTo>
                  <a:pt x="957266" y="5834470"/>
                  <a:pt x="953648" y="5838470"/>
                  <a:pt x="949646" y="5839042"/>
                </a:cubicBezTo>
                <a:cubicBezTo>
                  <a:pt x="919165" y="5843614"/>
                  <a:pt x="888877" y="5848949"/>
                  <a:pt x="858205" y="5851234"/>
                </a:cubicBezTo>
                <a:cubicBezTo>
                  <a:pt x="832486" y="5853138"/>
                  <a:pt x="807719" y="5852568"/>
                  <a:pt x="801053" y="5885715"/>
                </a:cubicBezTo>
                <a:cubicBezTo>
                  <a:pt x="799909" y="5891432"/>
                  <a:pt x="791717" y="5897528"/>
                  <a:pt x="785432" y="5900384"/>
                </a:cubicBezTo>
                <a:cubicBezTo>
                  <a:pt x="767524" y="5908576"/>
                  <a:pt x="748471" y="5914101"/>
                  <a:pt x="730754" y="5922482"/>
                </a:cubicBezTo>
                <a:cubicBezTo>
                  <a:pt x="672650" y="5950488"/>
                  <a:pt x="611880" y="5968205"/>
                  <a:pt x="546917" y="5964966"/>
                </a:cubicBezTo>
                <a:cubicBezTo>
                  <a:pt x="526724" y="5964014"/>
                  <a:pt x="507102" y="5953726"/>
                  <a:pt x="494337" y="5949915"/>
                </a:cubicBezTo>
                <a:cubicBezTo>
                  <a:pt x="457572" y="5964966"/>
                  <a:pt x="426709" y="5979445"/>
                  <a:pt x="394511" y="5990303"/>
                </a:cubicBezTo>
                <a:cubicBezTo>
                  <a:pt x="366127" y="6000019"/>
                  <a:pt x="336408" y="6006115"/>
                  <a:pt x="307259" y="6013163"/>
                </a:cubicBezTo>
                <a:cubicBezTo>
                  <a:pt x="296590" y="6015832"/>
                  <a:pt x="285732" y="6017355"/>
                  <a:pt x="274873" y="6018690"/>
                </a:cubicBezTo>
                <a:cubicBezTo>
                  <a:pt x="240965" y="6022880"/>
                  <a:pt x="205529" y="6012784"/>
                  <a:pt x="172384" y="6028786"/>
                </a:cubicBezTo>
                <a:cubicBezTo>
                  <a:pt x="155046" y="6037168"/>
                  <a:pt x="137898" y="6047265"/>
                  <a:pt x="119613" y="6051647"/>
                </a:cubicBezTo>
                <a:cubicBezTo>
                  <a:pt x="99990" y="6056409"/>
                  <a:pt x="80794" y="6063839"/>
                  <a:pt x="61197" y="6069150"/>
                </a:cubicBezTo>
                <a:lnTo>
                  <a:pt x="544" y="6073921"/>
                </a:lnTo>
                <a:lnTo>
                  <a:pt x="544" y="5946682"/>
                </a:lnTo>
                <a:lnTo>
                  <a:pt x="0" y="5946682"/>
                </a:lnTo>
                <a:lnTo>
                  <a:pt x="0" y="1335314"/>
                </a:lnTo>
                <a:lnTo>
                  <a:pt x="0" y="873938"/>
                </a:lnTo>
                <a:close/>
              </a:path>
            </a:pathLst>
          </a:custGeom>
          <a:effectLst>
            <a:outerShdw blurRad="381000" dist="152400" dir="5400000" algn="t" rotWithShape="0">
              <a:prstClr val="black">
                <a:alpha val="20000"/>
              </a:prstClr>
            </a:outerShdw>
          </a:effectLst>
        </p:spPr>
      </p:pic>
      <p:sp>
        <p:nvSpPr>
          <p:cNvPr id="24" name="Rectangle 41">
            <a:extLst>
              <a:ext uri="{FF2B5EF4-FFF2-40B4-BE49-F238E27FC236}">
                <a16:creationId xmlns:a16="http://schemas.microsoft.com/office/drawing/2014/main" id="{9B37791B-B040-4694-BFDC-8DD132D86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8762" cy="6038850"/>
          </a:xfrm>
          <a:custGeom>
            <a:avLst/>
            <a:gdLst>
              <a:gd name="connsiteX0" fmla="*/ 0 w 12192000"/>
              <a:gd name="connsiteY0" fmla="*/ 0 h 5835650"/>
              <a:gd name="connsiteX1" fmla="*/ 12192000 w 12192000"/>
              <a:gd name="connsiteY1" fmla="*/ 0 h 5835650"/>
              <a:gd name="connsiteX2" fmla="*/ 12192000 w 12192000"/>
              <a:gd name="connsiteY2" fmla="*/ 5835650 h 5835650"/>
              <a:gd name="connsiteX3" fmla="*/ 0 w 12192000"/>
              <a:gd name="connsiteY3" fmla="*/ 5835650 h 5835650"/>
              <a:gd name="connsiteX4" fmla="*/ 0 w 12192000"/>
              <a:gd name="connsiteY4" fmla="*/ 0 h 5835650"/>
              <a:gd name="connsiteX0" fmla="*/ 0 w 12198350"/>
              <a:gd name="connsiteY0" fmla="*/ 0 h 5835650"/>
              <a:gd name="connsiteX1" fmla="*/ 12192000 w 12198350"/>
              <a:gd name="connsiteY1" fmla="*/ 0 h 5835650"/>
              <a:gd name="connsiteX2" fmla="*/ 12198350 w 12198350"/>
              <a:gd name="connsiteY2" fmla="*/ 3505200 h 5835650"/>
              <a:gd name="connsiteX3" fmla="*/ 12192000 w 12198350"/>
              <a:gd name="connsiteY3" fmla="*/ 5835650 h 5835650"/>
              <a:gd name="connsiteX4" fmla="*/ 0 w 12198350"/>
              <a:gd name="connsiteY4" fmla="*/ 5835650 h 5835650"/>
              <a:gd name="connsiteX5" fmla="*/ 0 w 12198350"/>
              <a:gd name="connsiteY5" fmla="*/ 0 h 5835650"/>
              <a:gd name="connsiteX0" fmla="*/ 0 w 12198350"/>
              <a:gd name="connsiteY0" fmla="*/ 0 h 5835650"/>
              <a:gd name="connsiteX1" fmla="*/ 12192000 w 12198350"/>
              <a:gd name="connsiteY1" fmla="*/ 0 h 5835650"/>
              <a:gd name="connsiteX2" fmla="*/ 12198350 w 12198350"/>
              <a:gd name="connsiteY2" fmla="*/ 3505200 h 5835650"/>
              <a:gd name="connsiteX3" fmla="*/ 12192000 w 12198350"/>
              <a:gd name="connsiteY3" fmla="*/ 5835650 h 5835650"/>
              <a:gd name="connsiteX4" fmla="*/ 5060950 w 12198350"/>
              <a:gd name="connsiteY4" fmla="*/ 5835650 h 5835650"/>
              <a:gd name="connsiteX5" fmla="*/ 0 w 12198350"/>
              <a:gd name="connsiteY5" fmla="*/ 5835650 h 5835650"/>
              <a:gd name="connsiteX6" fmla="*/ 0 w 12198350"/>
              <a:gd name="connsiteY6" fmla="*/ 0 h 5835650"/>
              <a:gd name="connsiteX0" fmla="*/ 0 w 12198350"/>
              <a:gd name="connsiteY0" fmla="*/ 0 h 5835650"/>
              <a:gd name="connsiteX1" fmla="*/ 12192000 w 12198350"/>
              <a:gd name="connsiteY1" fmla="*/ 0 h 5835650"/>
              <a:gd name="connsiteX2" fmla="*/ 12198350 w 12198350"/>
              <a:gd name="connsiteY2" fmla="*/ 3505200 h 5835650"/>
              <a:gd name="connsiteX3" fmla="*/ 12192000 w 12198350"/>
              <a:gd name="connsiteY3" fmla="*/ 5835650 h 5835650"/>
              <a:gd name="connsiteX4" fmla="*/ 5060950 w 12198350"/>
              <a:gd name="connsiteY4" fmla="*/ 5835650 h 5835650"/>
              <a:gd name="connsiteX5" fmla="*/ 1822450 w 12198350"/>
              <a:gd name="connsiteY5" fmla="*/ 5829300 h 5835650"/>
              <a:gd name="connsiteX6" fmla="*/ 0 w 12198350"/>
              <a:gd name="connsiteY6" fmla="*/ 5835650 h 5835650"/>
              <a:gd name="connsiteX7" fmla="*/ 0 w 12198350"/>
              <a:gd name="connsiteY7" fmla="*/ 0 h 5835650"/>
              <a:gd name="connsiteX0" fmla="*/ 0 w 12198350"/>
              <a:gd name="connsiteY0" fmla="*/ 0 h 5835650"/>
              <a:gd name="connsiteX1" fmla="*/ 12192000 w 12198350"/>
              <a:gd name="connsiteY1" fmla="*/ 0 h 5835650"/>
              <a:gd name="connsiteX2" fmla="*/ 12198350 w 12198350"/>
              <a:gd name="connsiteY2" fmla="*/ 3505200 h 5835650"/>
              <a:gd name="connsiteX3" fmla="*/ 12192000 w 12198350"/>
              <a:gd name="connsiteY3" fmla="*/ 5835650 h 5835650"/>
              <a:gd name="connsiteX4" fmla="*/ 5060950 w 12198350"/>
              <a:gd name="connsiteY4" fmla="*/ 5835650 h 5835650"/>
              <a:gd name="connsiteX5" fmla="*/ 1727200 w 12198350"/>
              <a:gd name="connsiteY5" fmla="*/ 5486400 h 5835650"/>
              <a:gd name="connsiteX6" fmla="*/ 0 w 12198350"/>
              <a:gd name="connsiteY6" fmla="*/ 5835650 h 5835650"/>
              <a:gd name="connsiteX7" fmla="*/ 0 w 12198350"/>
              <a:gd name="connsiteY7" fmla="*/ 0 h 5835650"/>
              <a:gd name="connsiteX0" fmla="*/ 0 w 12198350"/>
              <a:gd name="connsiteY0" fmla="*/ 0 h 5835650"/>
              <a:gd name="connsiteX1" fmla="*/ 12192000 w 12198350"/>
              <a:gd name="connsiteY1" fmla="*/ 0 h 5835650"/>
              <a:gd name="connsiteX2" fmla="*/ 12198350 w 12198350"/>
              <a:gd name="connsiteY2" fmla="*/ 3505200 h 5835650"/>
              <a:gd name="connsiteX3" fmla="*/ 12192000 w 12198350"/>
              <a:gd name="connsiteY3" fmla="*/ 5835650 h 5835650"/>
              <a:gd name="connsiteX4" fmla="*/ 5060950 w 12198350"/>
              <a:gd name="connsiteY4" fmla="*/ 5835650 h 5835650"/>
              <a:gd name="connsiteX5" fmla="*/ 3854450 w 12198350"/>
              <a:gd name="connsiteY5" fmla="*/ 5695950 h 5835650"/>
              <a:gd name="connsiteX6" fmla="*/ 1727200 w 12198350"/>
              <a:gd name="connsiteY6" fmla="*/ 5486400 h 5835650"/>
              <a:gd name="connsiteX7" fmla="*/ 0 w 12198350"/>
              <a:gd name="connsiteY7" fmla="*/ 5835650 h 5835650"/>
              <a:gd name="connsiteX8" fmla="*/ 0 w 12198350"/>
              <a:gd name="connsiteY8" fmla="*/ 0 h 5835650"/>
              <a:gd name="connsiteX0" fmla="*/ 0 w 12198350"/>
              <a:gd name="connsiteY0" fmla="*/ 0 h 5842000"/>
              <a:gd name="connsiteX1" fmla="*/ 12192000 w 12198350"/>
              <a:gd name="connsiteY1" fmla="*/ 0 h 5842000"/>
              <a:gd name="connsiteX2" fmla="*/ 12198350 w 12198350"/>
              <a:gd name="connsiteY2" fmla="*/ 3505200 h 5842000"/>
              <a:gd name="connsiteX3" fmla="*/ 12192000 w 12198350"/>
              <a:gd name="connsiteY3" fmla="*/ 5835650 h 5842000"/>
              <a:gd name="connsiteX4" fmla="*/ 5060950 w 12198350"/>
              <a:gd name="connsiteY4" fmla="*/ 5835650 h 5842000"/>
              <a:gd name="connsiteX5" fmla="*/ 3663950 w 12198350"/>
              <a:gd name="connsiteY5" fmla="*/ 5842000 h 5842000"/>
              <a:gd name="connsiteX6" fmla="*/ 1727200 w 12198350"/>
              <a:gd name="connsiteY6" fmla="*/ 5486400 h 5842000"/>
              <a:gd name="connsiteX7" fmla="*/ 0 w 12198350"/>
              <a:gd name="connsiteY7" fmla="*/ 5835650 h 5842000"/>
              <a:gd name="connsiteX8" fmla="*/ 0 w 12198350"/>
              <a:gd name="connsiteY8" fmla="*/ 0 h 5842000"/>
              <a:gd name="connsiteX0" fmla="*/ 0 w 12198350"/>
              <a:gd name="connsiteY0" fmla="*/ 0 h 5924550"/>
              <a:gd name="connsiteX1" fmla="*/ 12192000 w 12198350"/>
              <a:gd name="connsiteY1" fmla="*/ 0 h 5924550"/>
              <a:gd name="connsiteX2" fmla="*/ 12198350 w 12198350"/>
              <a:gd name="connsiteY2" fmla="*/ 3505200 h 5924550"/>
              <a:gd name="connsiteX3" fmla="*/ 12192000 w 12198350"/>
              <a:gd name="connsiteY3" fmla="*/ 5835650 h 5924550"/>
              <a:gd name="connsiteX4" fmla="*/ 4883150 w 12198350"/>
              <a:gd name="connsiteY4" fmla="*/ 5924550 h 5924550"/>
              <a:gd name="connsiteX5" fmla="*/ 3663950 w 12198350"/>
              <a:gd name="connsiteY5" fmla="*/ 5842000 h 5924550"/>
              <a:gd name="connsiteX6" fmla="*/ 1727200 w 12198350"/>
              <a:gd name="connsiteY6" fmla="*/ 5486400 h 5924550"/>
              <a:gd name="connsiteX7" fmla="*/ 0 w 12198350"/>
              <a:gd name="connsiteY7" fmla="*/ 5835650 h 5924550"/>
              <a:gd name="connsiteX8" fmla="*/ 0 w 12198350"/>
              <a:gd name="connsiteY8" fmla="*/ 0 h 5924550"/>
              <a:gd name="connsiteX0" fmla="*/ 0 w 12198350"/>
              <a:gd name="connsiteY0" fmla="*/ 0 h 5924550"/>
              <a:gd name="connsiteX1" fmla="*/ 12192000 w 12198350"/>
              <a:gd name="connsiteY1" fmla="*/ 0 h 5924550"/>
              <a:gd name="connsiteX2" fmla="*/ 12198350 w 12198350"/>
              <a:gd name="connsiteY2" fmla="*/ 3505200 h 5924550"/>
              <a:gd name="connsiteX3" fmla="*/ 12192000 w 12198350"/>
              <a:gd name="connsiteY3" fmla="*/ 5835650 h 5924550"/>
              <a:gd name="connsiteX4" fmla="*/ 8318500 w 12198350"/>
              <a:gd name="connsiteY4" fmla="*/ 5867400 h 5924550"/>
              <a:gd name="connsiteX5" fmla="*/ 4883150 w 12198350"/>
              <a:gd name="connsiteY5" fmla="*/ 5924550 h 5924550"/>
              <a:gd name="connsiteX6" fmla="*/ 3663950 w 12198350"/>
              <a:gd name="connsiteY6" fmla="*/ 5842000 h 5924550"/>
              <a:gd name="connsiteX7" fmla="*/ 1727200 w 12198350"/>
              <a:gd name="connsiteY7" fmla="*/ 5486400 h 5924550"/>
              <a:gd name="connsiteX8" fmla="*/ 0 w 12198350"/>
              <a:gd name="connsiteY8" fmla="*/ 5835650 h 5924550"/>
              <a:gd name="connsiteX9" fmla="*/ 0 w 12198350"/>
              <a:gd name="connsiteY9" fmla="*/ 0 h 59245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2192000 w 12198350"/>
              <a:gd name="connsiteY3" fmla="*/ 5835650 h 6038850"/>
              <a:gd name="connsiteX4" fmla="*/ 7219950 w 12198350"/>
              <a:gd name="connsiteY4" fmla="*/ 6038850 h 6038850"/>
              <a:gd name="connsiteX5" fmla="*/ 4883150 w 12198350"/>
              <a:gd name="connsiteY5" fmla="*/ 5924550 h 6038850"/>
              <a:gd name="connsiteX6" fmla="*/ 3663950 w 12198350"/>
              <a:gd name="connsiteY6" fmla="*/ 5842000 h 6038850"/>
              <a:gd name="connsiteX7" fmla="*/ 1727200 w 12198350"/>
              <a:gd name="connsiteY7" fmla="*/ 5486400 h 6038850"/>
              <a:gd name="connsiteX8" fmla="*/ 0 w 12198350"/>
              <a:gd name="connsiteY8" fmla="*/ 5835650 h 6038850"/>
              <a:gd name="connsiteX9" fmla="*/ 0 w 12198350"/>
              <a:gd name="connsiteY9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2192000 w 12198350"/>
              <a:gd name="connsiteY3" fmla="*/ 5835650 h 6038850"/>
              <a:gd name="connsiteX4" fmla="*/ 9766300 w 12198350"/>
              <a:gd name="connsiteY4" fmla="*/ 5924550 h 6038850"/>
              <a:gd name="connsiteX5" fmla="*/ 7219950 w 12198350"/>
              <a:gd name="connsiteY5" fmla="*/ 6038850 h 6038850"/>
              <a:gd name="connsiteX6" fmla="*/ 4883150 w 12198350"/>
              <a:gd name="connsiteY6" fmla="*/ 5924550 h 6038850"/>
              <a:gd name="connsiteX7" fmla="*/ 3663950 w 12198350"/>
              <a:gd name="connsiteY7" fmla="*/ 5842000 h 6038850"/>
              <a:gd name="connsiteX8" fmla="*/ 1727200 w 12198350"/>
              <a:gd name="connsiteY8" fmla="*/ 5486400 h 6038850"/>
              <a:gd name="connsiteX9" fmla="*/ 0 w 12198350"/>
              <a:gd name="connsiteY9" fmla="*/ 5835650 h 6038850"/>
              <a:gd name="connsiteX10" fmla="*/ 0 w 12198350"/>
              <a:gd name="connsiteY10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2192000 w 12198350"/>
              <a:gd name="connsiteY3" fmla="*/ 5835650 h 6038850"/>
              <a:gd name="connsiteX4" fmla="*/ 8813800 w 12198350"/>
              <a:gd name="connsiteY4" fmla="*/ 5746750 h 6038850"/>
              <a:gd name="connsiteX5" fmla="*/ 7219950 w 12198350"/>
              <a:gd name="connsiteY5" fmla="*/ 6038850 h 6038850"/>
              <a:gd name="connsiteX6" fmla="*/ 4883150 w 12198350"/>
              <a:gd name="connsiteY6" fmla="*/ 5924550 h 6038850"/>
              <a:gd name="connsiteX7" fmla="*/ 3663950 w 12198350"/>
              <a:gd name="connsiteY7" fmla="*/ 5842000 h 6038850"/>
              <a:gd name="connsiteX8" fmla="*/ 1727200 w 12198350"/>
              <a:gd name="connsiteY8" fmla="*/ 5486400 h 6038850"/>
              <a:gd name="connsiteX9" fmla="*/ 0 w 12198350"/>
              <a:gd name="connsiteY9" fmla="*/ 5835650 h 6038850"/>
              <a:gd name="connsiteX10" fmla="*/ 0 w 12198350"/>
              <a:gd name="connsiteY10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0255250 w 12198350"/>
              <a:gd name="connsiteY3" fmla="*/ 4978400 h 6038850"/>
              <a:gd name="connsiteX4" fmla="*/ 8813800 w 12198350"/>
              <a:gd name="connsiteY4" fmla="*/ 5746750 h 6038850"/>
              <a:gd name="connsiteX5" fmla="*/ 7219950 w 12198350"/>
              <a:gd name="connsiteY5" fmla="*/ 6038850 h 6038850"/>
              <a:gd name="connsiteX6" fmla="*/ 4883150 w 12198350"/>
              <a:gd name="connsiteY6" fmla="*/ 5924550 h 6038850"/>
              <a:gd name="connsiteX7" fmla="*/ 3663950 w 12198350"/>
              <a:gd name="connsiteY7" fmla="*/ 5842000 h 6038850"/>
              <a:gd name="connsiteX8" fmla="*/ 1727200 w 12198350"/>
              <a:gd name="connsiteY8" fmla="*/ 5486400 h 6038850"/>
              <a:gd name="connsiteX9" fmla="*/ 0 w 12198350"/>
              <a:gd name="connsiteY9" fmla="*/ 5835650 h 6038850"/>
              <a:gd name="connsiteX10" fmla="*/ 0 w 12198350"/>
              <a:gd name="connsiteY10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8813800 w 12198350"/>
              <a:gd name="connsiteY3" fmla="*/ 5746750 h 6038850"/>
              <a:gd name="connsiteX4" fmla="*/ 7219950 w 12198350"/>
              <a:gd name="connsiteY4" fmla="*/ 6038850 h 6038850"/>
              <a:gd name="connsiteX5" fmla="*/ 4883150 w 12198350"/>
              <a:gd name="connsiteY5" fmla="*/ 5924550 h 6038850"/>
              <a:gd name="connsiteX6" fmla="*/ 3663950 w 12198350"/>
              <a:gd name="connsiteY6" fmla="*/ 5842000 h 6038850"/>
              <a:gd name="connsiteX7" fmla="*/ 1727200 w 12198350"/>
              <a:gd name="connsiteY7" fmla="*/ 5486400 h 6038850"/>
              <a:gd name="connsiteX8" fmla="*/ 0 w 12198350"/>
              <a:gd name="connsiteY8" fmla="*/ 5835650 h 6038850"/>
              <a:gd name="connsiteX9" fmla="*/ 0 w 12198350"/>
              <a:gd name="connsiteY9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0623550 w 12198350"/>
              <a:gd name="connsiteY3" fmla="*/ 4800600 h 6038850"/>
              <a:gd name="connsiteX4" fmla="*/ 8813800 w 12198350"/>
              <a:gd name="connsiteY4" fmla="*/ 5746750 h 6038850"/>
              <a:gd name="connsiteX5" fmla="*/ 7219950 w 12198350"/>
              <a:gd name="connsiteY5" fmla="*/ 6038850 h 6038850"/>
              <a:gd name="connsiteX6" fmla="*/ 4883150 w 12198350"/>
              <a:gd name="connsiteY6" fmla="*/ 5924550 h 6038850"/>
              <a:gd name="connsiteX7" fmla="*/ 3663950 w 12198350"/>
              <a:gd name="connsiteY7" fmla="*/ 5842000 h 6038850"/>
              <a:gd name="connsiteX8" fmla="*/ 1727200 w 12198350"/>
              <a:gd name="connsiteY8" fmla="*/ 5486400 h 6038850"/>
              <a:gd name="connsiteX9" fmla="*/ 0 w 12198350"/>
              <a:gd name="connsiteY9" fmla="*/ 5835650 h 6038850"/>
              <a:gd name="connsiteX10" fmla="*/ 0 w 12198350"/>
              <a:gd name="connsiteY10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0185400 w 12198350"/>
              <a:gd name="connsiteY3" fmla="*/ 4978400 h 6038850"/>
              <a:gd name="connsiteX4" fmla="*/ 8813800 w 12198350"/>
              <a:gd name="connsiteY4" fmla="*/ 5746750 h 6038850"/>
              <a:gd name="connsiteX5" fmla="*/ 7219950 w 12198350"/>
              <a:gd name="connsiteY5" fmla="*/ 6038850 h 6038850"/>
              <a:gd name="connsiteX6" fmla="*/ 4883150 w 12198350"/>
              <a:gd name="connsiteY6" fmla="*/ 5924550 h 6038850"/>
              <a:gd name="connsiteX7" fmla="*/ 3663950 w 12198350"/>
              <a:gd name="connsiteY7" fmla="*/ 5842000 h 6038850"/>
              <a:gd name="connsiteX8" fmla="*/ 1727200 w 12198350"/>
              <a:gd name="connsiteY8" fmla="*/ 5486400 h 6038850"/>
              <a:gd name="connsiteX9" fmla="*/ 0 w 12198350"/>
              <a:gd name="connsiteY9" fmla="*/ 5835650 h 6038850"/>
              <a:gd name="connsiteX10" fmla="*/ 0 w 12198350"/>
              <a:gd name="connsiteY10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1766550 w 12198350"/>
              <a:gd name="connsiteY3" fmla="*/ 4108450 h 6038850"/>
              <a:gd name="connsiteX4" fmla="*/ 10185400 w 12198350"/>
              <a:gd name="connsiteY4" fmla="*/ 4978400 h 6038850"/>
              <a:gd name="connsiteX5" fmla="*/ 8813800 w 12198350"/>
              <a:gd name="connsiteY5" fmla="*/ 5746750 h 6038850"/>
              <a:gd name="connsiteX6" fmla="*/ 7219950 w 12198350"/>
              <a:gd name="connsiteY6" fmla="*/ 6038850 h 6038850"/>
              <a:gd name="connsiteX7" fmla="*/ 4883150 w 12198350"/>
              <a:gd name="connsiteY7" fmla="*/ 5924550 h 6038850"/>
              <a:gd name="connsiteX8" fmla="*/ 3663950 w 12198350"/>
              <a:gd name="connsiteY8" fmla="*/ 5842000 h 6038850"/>
              <a:gd name="connsiteX9" fmla="*/ 1727200 w 12198350"/>
              <a:gd name="connsiteY9" fmla="*/ 5486400 h 6038850"/>
              <a:gd name="connsiteX10" fmla="*/ 0 w 12198350"/>
              <a:gd name="connsiteY10" fmla="*/ 5835650 h 6038850"/>
              <a:gd name="connsiteX11" fmla="*/ 0 w 12198350"/>
              <a:gd name="connsiteY11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1341100 w 12198350"/>
              <a:gd name="connsiteY3" fmla="*/ 4267200 h 6038850"/>
              <a:gd name="connsiteX4" fmla="*/ 10185400 w 12198350"/>
              <a:gd name="connsiteY4" fmla="*/ 4978400 h 6038850"/>
              <a:gd name="connsiteX5" fmla="*/ 8813800 w 12198350"/>
              <a:gd name="connsiteY5" fmla="*/ 5746750 h 6038850"/>
              <a:gd name="connsiteX6" fmla="*/ 7219950 w 12198350"/>
              <a:gd name="connsiteY6" fmla="*/ 6038850 h 6038850"/>
              <a:gd name="connsiteX7" fmla="*/ 4883150 w 12198350"/>
              <a:gd name="connsiteY7" fmla="*/ 5924550 h 6038850"/>
              <a:gd name="connsiteX8" fmla="*/ 3663950 w 12198350"/>
              <a:gd name="connsiteY8" fmla="*/ 5842000 h 6038850"/>
              <a:gd name="connsiteX9" fmla="*/ 1727200 w 12198350"/>
              <a:gd name="connsiteY9" fmla="*/ 5486400 h 6038850"/>
              <a:gd name="connsiteX10" fmla="*/ 0 w 12198350"/>
              <a:gd name="connsiteY10" fmla="*/ 5835650 h 6038850"/>
              <a:gd name="connsiteX11" fmla="*/ 0 w 12198350"/>
              <a:gd name="connsiteY11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1341100 w 12198350"/>
              <a:gd name="connsiteY3" fmla="*/ 4267200 h 6038850"/>
              <a:gd name="connsiteX4" fmla="*/ 10185400 w 12198350"/>
              <a:gd name="connsiteY4" fmla="*/ 4978400 h 6038850"/>
              <a:gd name="connsiteX5" fmla="*/ 8813800 w 12198350"/>
              <a:gd name="connsiteY5" fmla="*/ 5746750 h 6038850"/>
              <a:gd name="connsiteX6" fmla="*/ 7219950 w 12198350"/>
              <a:gd name="connsiteY6" fmla="*/ 6038850 h 6038850"/>
              <a:gd name="connsiteX7" fmla="*/ 4883150 w 12198350"/>
              <a:gd name="connsiteY7" fmla="*/ 5924550 h 6038850"/>
              <a:gd name="connsiteX8" fmla="*/ 3663950 w 12198350"/>
              <a:gd name="connsiteY8" fmla="*/ 5842000 h 6038850"/>
              <a:gd name="connsiteX9" fmla="*/ 1727200 w 12198350"/>
              <a:gd name="connsiteY9" fmla="*/ 5486400 h 6038850"/>
              <a:gd name="connsiteX10" fmla="*/ 0 w 12198350"/>
              <a:gd name="connsiteY10" fmla="*/ 5835650 h 6038850"/>
              <a:gd name="connsiteX11" fmla="*/ 0 w 12198350"/>
              <a:gd name="connsiteY11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1341100 w 12198350"/>
              <a:gd name="connsiteY3" fmla="*/ 4267200 h 6038850"/>
              <a:gd name="connsiteX4" fmla="*/ 10185400 w 12198350"/>
              <a:gd name="connsiteY4" fmla="*/ 4978400 h 6038850"/>
              <a:gd name="connsiteX5" fmla="*/ 8813800 w 12198350"/>
              <a:gd name="connsiteY5" fmla="*/ 5746750 h 6038850"/>
              <a:gd name="connsiteX6" fmla="*/ 7219950 w 12198350"/>
              <a:gd name="connsiteY6" fmla="*/ 6038850 h 6038850"/>
              <a:gd name="connsiteX7" fmla="*/ 4883150 w 12198350"/>
              <a:gd name="connsiteY7" fmla="*/ 5924550 h 6038850"/>
              <a:gd name="connsiteX8" fmla="*/ 3663950 w 12198350"/>
              <a:gd name="connsiteY8" fmla="*/ 5842000 h 6038850"/>
              <a:gd name="connsiteX9" fmla="*/ 1727200 w 12198350"/>
              <a:gd name="connsiteY9" fmla="*/ 5486400 h 6038850"/>
              <a:gd name="connsiteX10" fmla="*/ 0 w 12198350"/>
              <a:gd name="connsiteY10" fmla="*/ 5835650 h 6038850"/>
              <a:gd name="connsiteX11" fmla="*/ 0 w 12198350"/>
              <a:gd name="connsiteY11" fmla="*/ 0 h 6038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8350" h="6038850">
                <a:moveTo>
                  <a:pt x="0" y="0"/>
                </a:moveTo>
                <a:lnTo>
                  <a:pt x="12192000" y="0"/>
                </a:lnTo>
                <a:cubicBezTo>
                  <a:pt x="12194117" y="1168400"/>
                  <a:pt x="12196233" y="2336800"/>
                  <a:pt x="12198350" y="3505200"/>
                </a:cubicBezTo>
                <a:cubicBezTo>
                  <a:pt x="11828992" y="3872442"/>
                  <a:pt x="11606741" y="4015317"/>
                  <a:pt x="11341100" y="4267200"/>
                </a:cubicBezTo>
                <a:cubicBezTo>
                  <a:pt x="11005609" y="4512733"/>
                  <a:pt x="10677525" y="4705350"/>
                  <a:pt x="10185400" y="4978400"/>
                </a:cubicBezTo>
                <a:cubicBezTo>
                  <a:pt x="9693275" y="5251450"/>
                  <a:pt x="9381067" y="5540375"/>
                  <a:pt x="8813800" y="5746750"/>
                </a:cubicBezTo>
                <a:lnTo>
                  <a:pt x="7219950" y="6038850"/>
                </a:lnTo>
                <a:lnTo>
                  <a:pt x="4883150" y="5924550"/>
                </a:lnTo>
                <a:lnTo>
                  <a:pt x="3663950" y="5842000"/>
                </a:lnTo>
                <a:lnTo>
                  <a:pt x="1727200" y="5486400"/>
                </a:lnTo>
                <a:lnTo>
                  <a:pt x="0" y="583565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00000">
                  <a:alpha val="60000"/>
                </a:srgbClr>
              </a:gs>
              <a:gs pos="100000">
                <a:srgbClr val="000000">
                  <a:alpha val="0"/>
                </a:srgbClr>
              </a:gs>
              <a:gs pos="68000">
                <a:srgbClr val="000000">
                  <a:alpha val="4000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252769E-B9F0-4068-A645-5BBEF16E9C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08" y="3296010"/>
            <a:ext cx="9143592" cy="2849976"/>
            <a:chOff x="476" y="-3923157"/>
            <a:chExt cx="10667524" cy="2493729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E12D6AD-7096-45BB-9C02-468B2704C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6" y="-3923156"/>
              <a:ext cx="10667524" cy="2493728"/>
            </a:xfrm>
            <a:custGeom>
              <a:avLst/>
              <a:gdLst>
                <a:gd name="connsiteX0" fmla="*/ 6095524 w 6095524"/>
                <a:gd name="connsiteY0" fmla="*/ 0 h 1424940"/>
                <a:gd name="connsiteX1" fmla="*/ 6095524 w 6095524"/>
                <a:gd name="connsiteY1" fmla="*/ 17431 h 1424940"/>
                <a:gd name="connsiteX2" fmla="*/ 6095524 w 6095524"/>
                <a:gd name="connsiteY2" fmla="*/ 216290 h 1424940"/>
                <a:gd name="connsiteX3" fmla="*/ 6079998 w 6095524"/>
                <a:gd name="connsiteY3" fmla="*/ 230600 h 1424940"/>
                <a:gd name="connsiteX4" fmla="*/ 6012751 w 6095524"/>
                <a:gd name="connsiteY4" fmla="*/ 260699 h 1424940"/>
                <a:gd name="connsiteX5" fmla="*/ 5992749 w 6095524"/>
                <a:gd name="connsiteY5" fmla="*/ 268700 h 1424940"/>
                <a:gd name="connsiteX6" fmla="*/ 5910358 w 6095524"/>
                <a:gd name="connsiteY6" fmla="*/ 320231 h 1424940"/>
                <a:gd name="connsiteX7" fmla="*/ 5835777 w 6095524"/>
                <a:gd name="connsiteY7" fmla="*/ 383953 h 1424940"/>
                <a:gd name="connsiteX8" fmla="*/ 5781008 w 6095524"/>
                <a:gd name="connsiteY8" fmla="*/ 459581 h 1424940"/>
                <a:gd name="connsiteX9" fmla="*/ 5765673 w 6095524"/>
                <a:gd name="connsiteY9" fmla="*/ 477584 h 1424940"/>
                <a:gd name="connsiteX10" fmla="*/ 5723763 w 6095524"/>
                <a:gd name="connsiteY10" fmla="*/ 500158 h 1424940"/>
                <a:gd name="connsiteX11" fmla="*/ 5686711 w 6095524"/>
                <a:gd name="connsiteY11" fmla="*/ 517112 h 1424940"/>
                <a:gd name="connsiteX12" fmla="*/ 5659850 w 6095524"/>
                <a:gd name="connsiteY12" fmla="*/ 535877 h 1424940"/>
                <a:gd name="connsiteX13" fmla="*/ 5637181 w 6095524"/>
                <a:gd name="connsiteY13" fmla="*/ 553117 h 1424940"/>
                <a:gd name="connsiteX14" fmla="*/ 5585841 w 6095524"/>
                <a:gd name="connsiteY14" fmla="*/ 597694 h 1424940"/>
                <a:gd name="connsiteX15" fmla="*/ 5528977 w 6095524"/>
                <a:gd name="connsiteY15" fmla="*/ 635318 h 1424940"/>
                <a:gd name="connsiteX16" fmla="*/ 5483256 w 6095524"/>
                <a:gd name="connsiteY16" fmla="*/ 681419 h 1424940"/>
                <a:gd name="connsiteX17" fmla="*/ 5464397 w 6095524"/>
                <a:gd name="connsiteY17" fmla="*/ 706374 h 1424940"/>
                <a:gd name="connsiteX18" fmla="*/ 5424773 w 6095524"/>
                <a:gd name="connsiteY18" fmla="*/ 723424 h 1424940"/>
                <a:gd name="connsiteX19" fmla="*/ 5381815 w 6095524"/>
                <a:gd name="connsiteY19" fmla="*/ 750094 h 1424940"/>
                <a:gd name="connsiteX20" fmla="*/ 5351335 w 6095524"/>
                <a:gd name="connsiteY20" fmla="*/ 776573 h 1424940"/>
                <a:gd name="connsiteX21" fmla="*/ 5327809 w 6095524"/>
                <a:gd name="connsiteY21" fmla="*/ 794290 h 1424940"/>
                <a:gd name="connsiteX22" fmla="*/ 5294566 w 6095524"/>
                <a:gd name="connsiteY22" fmla="*/ 812102 h 1424940"/>
                <a:gd name="connsiteX23" fmla="*/ 5261229 w 6095524"/>
                <a:gd name="connsiteY23" fmla="*/ 835438 h 1424940"/>
                <a:gd name="connsiteX24" fmla="*/ 5245037 w 6095524"/>
                <a:gd name="connsiteY24" fmla="*/ 849821 h 1424940"/>
                <a:gd name="connsiteX25" fmla="*/ 5213699 w 6095524"/>
                <a:gd name="connsiteY25" fmla="*/ 873728 h 1424940"/>
                <a:gd name="connsiteX26" fmla="*/ 5181409 w 6095524"/>
                <a:gd name="connsiteY26" fmla="*/ 896017 h 1424940"/>
                <a:gd name="connsiteX27" fmla="*/ 5120735 w 6095524"/>
                <a:gd name="connsiteY27" fmla="*/ 921544 h 1424940"/>
                <a:gd name="connsiteX28" fmla="*/ 5065490 w 6095524"/>
                <a:gd name="connsiteY28" fmla="*/ 959072 h 1424940"/>
                <a:gd name="connsiteX29" fmla="*/ 5021675 w 6095524"/>
                <a:gd name="connsiteY29" fmla="*/ 986504 h 1424940"/>
                <a:gd name="connsiteX30" fmla="*/ 4996148 w 6095524"/>
                <a:gd name="connsiteY30" fmla="*/ 1004507 h 1424940"/>
                <a:gd name="connsiteX31" fmla="*/ 4949285 w 6095524"/>
                <a:gd name="connsiteY31" fmla="*/ 1044702 h 1424940"/>
                <a:gd name="connsiteX32" fmla="*/ 4876609 w 6095524"/>
                <a:gd name="connsiteY32" fmla="*/ 1086993 h 1424940"/>
                <a:gd name="connsiteX33" fmla="*/ 4832699 w 6095524"/>
                <a:gd name="connsiteY33" fmla="*/ 1109853 h 1424940"/>
                <a:gd name="connsiteX34" fmla="*/ 4738211 w 6095524"/>
                <a:gd name="connsiteY34" fmla="*/ 1144334 h 1424940"/>
                <a:gd name="connsiteX35" fmla="*/ 4707731 w 6095524"/>
                <a:gd name="connsiteY35" fmla="*/ 1156621 h 1424940"/>
                <a:gd name="connsiteX36" fmla="*/ 4672870 w 6095524"/>
                <a:gd name="connsiteY36" fmla="*/ 1164717 h 1424940"/>
                <a:gd name="connsiteX37" fmla="*/ 4616863 w 6095524"/>
                <a:gd name="connsiteY37" fmla="*/ 1183862 h 1424940"/>
                <a:gd name="connsiteX38" fmla="*/ 4507516 w 6095524"/>
                <a:gd name="connsiteY38" fmla="*/ 1216819 h 1424940"/>
                <a:gd name="connsiteX39" fmla="*/ 4483513 w 6095524"/>
                <a:gd name="connsiteY39" fmla="*/ 1221867 h 1424940"/>
                <a:gd name="connsiteX40" fmla="*/ 4422362 w 6095524"/>
                <a:gd name="connsiteY40" fmla="*/ 1243108 h 1424940"/>
                <a:gd name="connsiteX41" fmla="*/ 4385691 w 6095524"/>
                <a:gd name="connsiteY41" fmla="*/ 1257395 h 1424940"/>
                <a:gd name="connsiteX42" fmla="*/ 4355306 w 6095524"/>
                <a:gd name="connsiteY42" fmla="*/ 1265587 h 1424940"/>
                <a:gd name="connsiteX43" fmla="*/ 4328446 w 6095524"/>
                <a:gd name="connsiteY43" fmla="*/ 1269397 h 1424940"/>
                <a:gd name="connsiteX44" fmla="*/ 4257770 w 6095524"/>
                <a:gd name="connsiteY44" fmla="*/ 1288256 h 1424940"/>
                <a:gd name="connsiteX45" fmla="*/ 4229576 w 6095524"/>
                <a:gd name="connsiteY45" fmla="*/ 1295686 h 1424940"/>
                <a:gd name="connsiteX46" fmla="*/ 4156424 w 6095524"/>
                <a:gd name="connsiteY46" fmla="*/ 1321213 h 1424940"/>
                <a:gd name="connsiteX47" fmla="*/ 4094416 w 6095524"/>
                <a:gd name="connsiteY47" fmla="*/ 1338072 h 1424940"/>
                <a:gd name="connsiteX48" fmla="*/ 4068509 w 6095524"/>
                <a:gd name="connsiteY48" fmla="*/ 1346168 h 1424940"/>
                <a:gd name="connsiteX49" fmla="*/ 4009263 w 6095524"/>
                <a:gd name="connsiteY49" fmla="*/ 1359694 h 1424940"/>
                <a:gd name="connsiteX50" fmla="*/ 3975735 w 6095524"/>
                <a:gd name="connsiteY50" fmla="*/ 1369219 h 1424940"/>
                <a:gd name="connsiteX51" fmla="*/ 3893915 w 6095524"/>
                <a:gd name="connsiteY51" fmla="*/ 1379982 h 1424940"/>
                <a:gd name="connsiteX52" fmla="*/ 3809428 w 6095524"/>
                <a:gd name="connsiteY52" fmla="*/ 1390364 h 1424940"/>
                <a:gd name="connsiteX53" fmla="*/ 3763042 w 6095524"/>
                <a:gd name="connsiteY53" fmla="*/ 1393793 h 1424940"/>
                <a:gd name="connsiteX54" fmla="*/ 3722561 w 6095524"/>
                <a:gd name="connsiteY54" fmla="*/ 1399223 h 1424940"/>
                <a:gd name="connsiteX55" fmla="*/ 3687318 w 6095524"/>
                <a:gd name="connsiteY55" fmla="*/ 1402652 h 1424940"/>
                <a:gd name="connsiteX56" fmla="*/ 3631216 w 6095524"/>
                <a:gd name="connsiteY56" fmla="*/ 1409605 h 1424940"/>
                <a:gd name="connsiteX57" fmla="*/ 3607880 w 6095524"/>
                <a:gd name="connsiteY57" fmla="*/ 1411415 h 1424940"/>
                <a:gd name="connsiteX58" fmla="*/ 3552825 w 6095524"/>
                <a:gd name="connsiteY58" fmla="*/ 1411319 h 1424940"/>
                <a:gd name="connsiteX59" fmla="*/ 3533680 w 6095524"/>
                <a:gd name="connsiteY59" fmla="*/ 1410367 h 1424940"/>
                <a:gd name="connsiteX60" fmla="*/ 3496818 w 6095524"/>
                <a:gd name="connsiteY60" fmla="*/ 1398556 h 1424940"/>
                <a:gd name="connsiteX61" fmla="*/ 3492437 w 6095524"/>
                <a:gd name="connsiteY61" fmla="*/ 1397699 h 1424940"/>
                <a:gd name="connsiteX62" fmla="*/ 3468243 w 6095524"/>
                <a:gd name="connsiteY62" fmla="*/ 1393031 h 1424940"/>
                <a:gd name="connsiteX63" fmla="*/ 3455003 w 6095524"/>
                <a:gd name="connsiteY63" fmla="*/ 1391507 h 1424940"/>
                <a:gd name="connsiteX64" fmla="*/ 3404711 w 6095524"/>
                <a:gd name="connsiteY64" fmla="*/ 1381792 h 1424940"/>
                <a:gd name="connsiteX65" fmla="*/ 3375756 w 6095524"/>
                <a:gd name="connsiteY65" fmla="*/ 1377220 h 1424940"/>
                <a:gd name="connsiteX66" fmla="*/ 3352324 w 6095524"/>
                <a:gd name="connsiteY66" fmla="*/ 1377887 h 1424940"/>
                <a:gd name="connsiteX67" fmla="*/ 3311176 w 6095524"/>
                <a:gd name="connsiteY67" fmla="*/ 1378744 h 1424940"/>
                <a:gd name="connsiteX68" fmla="*/ 3298031 w 6095524"/>
                <a:gd name="connsiteY68" fmla="*/ 1380935 h 1424940"/>
                <a:gd name="connsiteX69" fmla="*/ 3238595 w 6095524"/>
                <a:gd name="connsiteY69" fmla="*/ 1374648 h 1424940"/>
                <a:gd name="connsiteX70" fmla="*/ 3204686 w 6095524"/>
                <a:gd name="connsiteY70" fmla="*/ 1374172 h 1424940"/>
                <a:gd name="connsiteX71" fmla="*/ 3166491 w 6095524"/>
                <a:gd name="connsiteY71" fmla="*/ 1366361 h 1424940"/>
                <a:gd name="connsiteX72" fmla="*/ 3155347 w 6095524"/>
                <a:gd name="connsiteY72" fmla="*/ 1366742 h 1424940"/>
                <a:gd name="connsiteX73" fmla="*/ 3142869 w 6095524"/>
                <a:gd name="connsiteY73" fmla="*/ 1367409 h 1424940"/>
                <a:gd name="connsiteX74" fmla="*/ 3104578 w 6095524"/>
                <a:gd name="connsiteY74" fmla="*/ 1367981 h 1424940"/>
                <a:gd name="connsiteX75" fmla="*/ 3081337 w 6095524"/>
                <a:gd name="connsiteY75" fmla="*/ 1370838 h 1424940"/>
                <a:gd name="connsiteX76" fmla="*/ 3037047 w 6095524"/>
                <a:gd name="connsiteY76" fmla="*/ 1369124 h 1424940"/>
                <a:gd name="connsiteX77" fmla="*/ 3020663 w 6095524"/>
                <a:gd name="connsiteY77" fmla="*/ 1371600 h 1424940"/>
                <a:gd name="connsiteX78" fmla="*/ 2979230 w 6095524"/>
                <a:gd name="connsiteY78" fmla="*/ 1371886 h 1424940"/>
                <a:gd name="connsiteX79" fmla="*/ 2942082 w 6095524"/>
                <a:gd name="connsiteY79" fmla="*/ 1370457 h 1424940"/>
                <a:gd name="connsiteX80" fmla="*/ 2906268 w 6095524"/>
                <a:gd name="connsiteY80" fmla="*/ 1371219 h 1424940"/>
                <a:gd name="connsiteX81" fmla="*/ 2880646 w 6095524"/>
                <a:gd name="connsiteY81" fmla="*/ 1374362 h 1424940"/>
                <a:gd name="connsiteX82" fmla="*/ 2852833 w 6095524"/>
                <a:gd name="connsiteY82" fmla="*/ 1376267 h 1424940"/>
                <a:gd name="connsiteX83" fmla="*/ 2776157 w 6095524"/>
                <a:gd name="connsiteY83" fmla="*/ 1387602 h 1424940"/>
                <a:gd name="connsiteX84" fmla="*/ 2761965 w 6095524"/>
                <a:gd name="connsiteY84" fmla="*/ 1384840 h 1424940"/>
                <a:gd name="connsiteX85" fmla="*/ 2681383 w 6095524"/>
                <a:gd name="connsiteY85" fmla="*/ 1382268 h 1424940"/>
                <a:gd name="connsiteX86" fmla="*/ 2663857 w 6095524"/>
                <a:gd name="connsiteY86" fmla="*/ 1382459 h 1424940"/>
                <a:gd name="connsiteX87" fmla="*/ 2616803 w 6095524"/>
                <a:gd name="connsiteY87" fmla="*/ 1371219 h 1424940"/>
                <a:gd name="connsiteX88" fmla="*/ 2544223 w 6095524"/>
                <a:gd name="connsiteY88" fmla="*/ 1389031 h 1424940"/>
                <a:gd name="connsiteX89" fmla="*/ 2476309 w 6095524"/>
                <a:gd name="connsiteY89" fmla="*/ 1411319 h 1424940"/>
                <a:gd name="connsiteX90" fmla="*/ 2467737 w 6095524"/>
                <a:gd name="connsiteY90" fmla="*/ 1414177 h 1424940"/>
                <a:gd name="connsiteX91" fmla="*/ 2443353 w 6095524"/>
                <a:gd name="connsiteY91" fmla="*/ 1419035 h 1424940"/>
                <a:gd name="connsiteX92" fmla="*/ 2413159 w 6095524"/>
                <a:gd name="connsiteY92" fmla="*/ 1420749 h 1424940"/>
                <a:gd name="connsiteX93" fmla="*/ 2374868 w 6095524"/>
                <a:gd name="connsiteY93" fmla="*/ 1424940 h 1424940"/>
                <a:gd name="connsiteX94" fmla="*/ 2344198 w 6095524"/>
                <a:gd name="connsiteY94" fmla="*/ 1419701 h 1424940"/>
                <a:gd name="connsiteX95" fmla="*/ 2301335 w 6095524"/>
                <a:gd name="connsiteY95" fmla="*/ 1411891 h 1424940"/>
                <a:gd name="connsiteX96" fmla="*/ 2260949 w 6095524"/>
                <a:gd name="connsiteY96" fmla="*/ 1404461 h 1424940"/>
                <a:gd name="connsiteX97" fmla="*/ 2248186 w 6095524"/>
                <a:gd name="connsiteY97" fmla="*/ 1413224 h 1424940"/>
                <a:gd name="connsiteX98" fmla="*/ 2228469 w 6095524"/>
                <a:gd name="connsiteY98" fmla="*/ 1420844 h 1424940"/>
                <a:gd name="connsiteX99" fmla="*/ 2206562 w 6095524"/>
                <a:gd name="connsiteY99" fmla="*/ 1411700 h 1424940"/>
                <a:gd name="connsiteX100" fmla="*/ 2155317 w 6095524"/>
                <a:gd name="connsiteY100" fmla="*/ 1392746 h 1424940"/>
                <a:gd name="connsiteX101" fmla="*/ 2122932 w 6095524"/>
                <a:gd name="connsiteY101" fmla="*/ 1391888 h 1424940"/>
                <a:gd name="connsiteX102" fmla="*/ 2052542 w 6095524"/>
                <a:gd name="connsiteY102" fmla="*/ 1383792 h 1424940"/>
                <a:gd name="connsiteX103" fmla="*/ 2006537 w 6095524"/>
                <a:gd name="connsiteY103" fmla="*/ 1372267 h 1424940"/>
                <a:gd name="connsiteX104" fmla="*/ 1973486 w 6095524"/>
                <a:gd name="connsiteY104" fmla="*/ 1359218 h 1424940"/>
                <a:gd name="connsiteX105" fmla="*/ 1926146 w 6095524"/>
                <a:gd name="connsiteY105" fmla="*/ 1342168 h 1424940"/>
                <a:gd name="connsiteX106" fmla="*/ 1878616 w 6095524"/>
                <a:gd name="connsiteY106" fmla="*/ 1333310 h 1424940"/>
                <a:gd name="connsiteX107" fmla="*/ 1844231 w 6095524"/>
                <a:gd name="connsiteY107" fmla="*/ 1322165 h 1424940"/>
                <a:gd name="connsiteX108" fmla="*/ 1802225 w 6095524"/>
                <a:gd name="connsiteY108" fmla="*/ 1314545 h 1424940"/>
                <a:gd name="connsiteX109" fmla="*/ 1766983 w 6095524"/>
                <a:gd name="connsiteY109" fmla="*/ 1314260 h 1424940"/>
                <a:gd name="connsiteX110" fmla="*/ 1711738 w 6095524"/>
                <a:gd name="connsiteY110" fmla="*/ 1315593 h 1424940"/>
                <a:gd name="connsiteX111" fmla="*/ 1644111 w 6095524"/>
                <a:gd name="connsiteY111" fmla="*/ 1292543 h 1424940"/>
                <a:gd name="connsiteX112" fmla="*/ 1616774 w 6095524"/>
                <a:gd name="connsiteY112" fmla="*/ 1287399 h 1424940"/>
                <a:gd name="connsiteX113" fmla="*/ 1591056 w 6095524"/>
                <a:gd name="connsiteY113" fmla="*/ 1285018 h 1424940"/>
                <a:gd name="connsiteX114" fmla="*/ 1536478 w 6095524"/>
                <a:gd name="connsiteY114" fmla="*/ 1269683 h 1424940"/>
                <a:gd name="connsiteX115" fmla="*/ 1514285 w 6095524"/>
                <a:gd name="connsiteY115" fmla="*/ 1264634 h 1424940"/>
                <a:gd name="connsiteX116" fmla="*/ 1483233 w 6095524"/>
                <a:gd name="connsiteY116" fmla="*/ 1264730 h 1424940"/>
                <a:gd name="connsiteX117" fmla="*/ 1426750 w 6095524"/>
                <a:gd name="connsiteY117" fmla="*/ 1257681 h 1424940"/>
                <a:gd name="connsiteX118" fmla="*/ 1370362 w 6095524"/>
                <a:gd name="connsiteY118" fmla="*/ 1237107 h 1424940"/>
                <a:gd name="connsiteX119" fmla="*/ 1346454 w 6095524"/>
                <a:gd name="connsiteY119" fmla="*/ 1239107 h 1424940"/>
                <a:gd name="connsiteX120" fmla="*/ 1337882 w 6095524"/>
                <a:gd name="connsiteY120" fmla="*/ 1238631 h 1424940"/>
                <a:gd name="connsiteX121" fmla="*/ 1260825 w 6095524"/>
                <a:gd name="connsiteY121" fmla="*/ 1227296 h 1424940"/>
                <a:gd name="connsiteX122" fmla="*/ 1253109 w 6095524"/>
                <a:gd name="connsiteY122" fmla="*/ 1226058 h 1424940"/>
                <a:gd name="connsiteX123" fmla="*/ 1216915 w 6095524"/>
                <a:gd name="connsiteY123" fmla="*/ 1215962 h 1424940"/>
                <a:gd name="connsiteX124" fmla="*/ 1125664 w 6095524"/>
                <a:gd name="connsiteY124" fmla="*/ 1209675 h 1424940"/>
                <a:gd name="connsiteX125" fmla="*/ 1120045 w 6095524"/>
                <a:gd name="connsiteY125" fmla="*/ 1208913 h 1424940"/>
                <a:gd name="connsiteX126" fmla="*/ 1089469 w 6095524"/>
                <a:gd name="connsiteY126" fmla="*/ 1213961 h 1424940"/>
                <a:gd name="connsiteX127" fmla="*/ 1074325 w 6095524"/>
                <a:gd name="connsiteY127" fmla="*/ 1221105 h 1424940"/>
                <a:gd name="connsiteX128" fmla="*/ 1050703 w 6095524"/>
                <a:gd name="connsiteY128" fmla="*/ 1228535 h 1424940"/>
                <a:gd name="connsiteX129" fmla="*/ 1026700 w 6095524"/>
                <a:gd name="connsiteY129" fmla="*/ 1231297 h 1424940"/>
                <a:gd name="connsiteX130" fmla="*/ 986409 w 6095524"/>
                <a:gd name="connsiteY130" fmla="*/ 1220057 h 1424940"/>
                <a:gd name="connsiteX131" fmla="*/ 971741 w 6095524"/>
                <a:gd name="connsiteY131" fmla="*/ 1218914 h 1424940"/>
                <a:gd name="connsiteX132" fmla="*/ 939070 w 6095524"/>
                <a:gd name="connsiteY132" fmla="*/ 1213485 h 1424940"/>
                <a:gd name="connsiteX133" fmla="*/ 910495 w 6095524"/>
                <a:gd name="connsiteY133" fmla="*/ 1213866 h 1424940"/>
                <a:gd name="connsiteX134" fmla="*/ 887540 w 6095524"/>
                <a:gd name="connsiteY134" fmla="*/ 1222534 h 1424940"/>
                <a:gd name="connsiteX135" fmla="*/ 854202 w 6095524"/>
                <a:gd name="connsiteY135" fmla="*/ 1224248 h 1424940"/>
                <a:gd name="connsiteX136" fmla="*/ 832675 w 6095524"/>
                <a:gd name="connsiteY136" fmla="*/ 1217962 h 1424940"/>
                <a:gd name="connsiteX137" fmla="*/ 828294 w 6095524"/>
                <a:gd name="connsiteY137" fmla="*/ 1217105 h 1424940"/>
                <a:gd name="connsiteX138" fmla="*/ 772001 w 6095524"/>
                <a:gd name="connsiteY138" fmla="*/ 1216723 h 1424940"/>
                <a:gd name="connsiteX139" fmla="*/ 701707 w 6095524"/>
                <a:gd name="connsiteY139" fmla="*/ 1235678 h 1424940"/>
                <a:gd name="connsiteX140" fmla="*/ 690086 w 6095524"/>
                <a:gd name="connsiteY140" fmla="*/ 1239679 h 1424940"/>
                <a:gd name="connsiteX141" fmla="*/ 633412 w 6095524"/>
                <a:gd name="connsiteY141" fmla="*/ 1246632 h 1424940"/>
                <a:gd name="connsiteX142" fmla="*/ 603028 w 6095524"/>
                <a:gd name="connsiteY142" fmla="*/ 1253681 h 1424940"/>
                <a:gd name="connsiteX143" fmla="*/ 581120 w 6095524"/>
                <a:gd name="connsiteY143" fmla="*/ 1254062 h 1424940"/>
                <a:gd name="connsiteX144" fmla="*/ 554642 w 6095524"/>
                <a:gd name="connsiteY144" fmla="*/ 1266539 h 1424940"/>
                <a:gd name="connsiteX145" fmla="*/ 545973 w 6095524"/>
                <a:gd name="connsiteY145" fmla="*/ 1271969 h 1424940"/>
                <a:gd name="connsiteX146" fmla="*/ 535591 w 6095524"/>
                <a:gd name="connsiteY146" fmla="*/ 1275207 h 1424940"/>
                <a:gd name="connsiteX147" fmla="*/ 488538 w 6095524"/>
                <a:gd name="connsiteY147" fmla="*/ 1285494 h 1424940"/>
                <a:gd name="connsiteX148" fmla="*/ 480155 w 6095524"/>
                <a:gd name="connsiteY148" fmla="*/ 1291304 h 1424940"/>
                <a:gd name="connsiteX149" fmla="*/ 474535 w 6095524"/>
                <a:gd name="connsiteY149" fmla="*/ 1294924 h 1424940"/>
                <a:gd name="connsiteX150" fmla="*/ 428816 w 6095524"/>
                <a:gd name="connsiteY150" fmla="*/ 1301020 h 1424940"/>
                <a:gd name="connsiteX151" fmla="*/ 400241 w 6095524"/>
                <a:gd name="connsiteY151" fmla="*/ 1318260 h 1424940"/>
                <a:gd name="connsiteX152" fmla="*/ 392431 w 6095524"/>
                <a:gd name="connsiteY152" fmla="*/ 1325594 h 1424940"/>
                <a:gd name="connsiteX153" fmla="*/ 365093 w 6095524"/>
                <a:gd name="connsiteY153" fmla="*/ 1336643 h 1424940"/>
                <a:gd name="connsiteX154" fmla="*/ 273177 w 6095524"/>
                <a:gd name="connsiteY154" fmla="*/ 1357884 h 1424940"/>
                <a:gd name="connsiteX155" fmla="*/ 246888 w 6095524"/>
                <a:gd name="connsiteY155" fmla="*/ 1350359 h 1424940"/>
                <a:gd name="connsiteX156" fmla="*/ 196977 w 6095524"/>
                <a:gd name="connsiteY156" fmla="*/ 1370552 h 1424940"/>
                <a:gd name="connsiteX157" fmla="*/ 153352 w 6095524"/>
                <a:gd name="connsiteY157" fmla="*/ 1381982 h 1424940"/>
                <a:gd name="connsiteX158" fmla="*/ 137160 w 6095524"/>
                <a:gd name="connsiteY158" fmla="*/ 1384745 h 1424940"/>
                <a:gd name="connsiteX159" fmla="*/ 85917 w 6095524"/>
                <a:gd name="connsiteY159" fmla="*/ 1389793 h 1424940"/>
                <a:gd name="connsiteX160" fmla="*/ 59532 w 6095524"/>
                <a:gd name="connsiteY160" fmla="*/ 1401223 h 1424940"/>
                <a:gd name="connsiteX161" fmla="*/ 30325 w 6095524"/>
                <a:gd name="connsiteY161" fmla="*/ 1409974 h 1424940"/>
                <a:gd name="connsiteX162" fmla="*/ 0 w 6095524"/>
                <a:gd name="connsiteY162" fmla="*/ 1412360 h 1424940"/>
                <a:gd name="connsiteX163" fmla="*/ 0 w 6095524"/>
                <a:gd name="connsiteY163" fmla="*/ 1058622 h 1424940"/>
                <a:gd name="connsiteX164" fmla="*/ 17145 w 6095524"/>
                <a:gd name="connsiteY164" fmla="*/ 1060228 h 1424940"/>
                <a:gd name="connsiteX165" fmla="*/ 44672 w 6095524"/>
                <a:gd name="connsiteY165" fmla="*/ 1066324 h 1424940"/>
                <a:gd name="connsiteX166" fmla="*/ 84677 w 6095524"/>
                <a:gd name="connsiteY166" fmla="*/ 1076230 h 1424940"/>
                <a:gd name="connsiteX167" fmla="*/ 132017 w 6095524"/>
                <a:gd name="connsiteY167" fmla="*/ 1064990 h 1424940"/>
                <a:gd name="connsiteX168" fmla="*/ 136779 w 6095524"/>
                <a:gd name="connsiteY168" fmla="*/ 1060323 h 1424940"/>
                <a:gd name="connsiteX169" fmla="*/ 187547 w 6095524"/>
                <a:gd name="connsiteY169" fmla="*/ 1049179 h 1424940"/>
                <a:gd name="connsiteX170" fmla="*/ 270891 w 6095524"/>
                <a:gd name="connsiteY170" fmla="*/ 1036415 h 1424940"/>
                <a:gd name="connsiteX171" fmla="*/ 276320 w 6095524"/>
                <a:gd name="connsiteY171" fmla="*/ 1035558 h 1424940"/>
                <a:gd name="connsiteX172" fmla="*/ 323755 w 6095524"/>
                <a:gd name="connsiteY172" fmla="*/ 1061561 h 1424940"/>
                <a:gd name="connsiteX173" fmla="*/ 361855 w 6095524"/>
                <a:gd name="connsiteY173" fmla="*/ 1057942 h 1424940"/>
                <a:gd name="connsiteX174" fmla="*/ 379571 w 6095524"/>
                <a:gd name="connsiteY174" fmla="*/ 1039939 h 1424940"/>
                <a:gd name="connsiteX175" fmla="*/ 430530 w 6095524"/>
                <a:gd name="connsiteY175" fmla="*/ 1025747 h 1424940"/>
                <a:gd name="connsiteX176" fmla="*/ 493300 w 6095524"/>
                <a:gd name="connsiteY176" fmla="*/ 1027176 h 1424940"/>
                <a:gd name="connsiteX177" fmla="*/ 537782 w 6095524"/>
                <a:gd name="connsiteY177" fmla="*/ 1025366 h 1424940"/>
                <a:gd name="connsiteX178" fmla="*/ 562166 w 6095524"/>
                <a:gd name="connsiteY178" fmla="*/ 1015746 h 1424940"/>
                <a:gd name="connsiteX179" fmla="*/ 579596 w 6095524"/>
                <a:gd name="connsiteY179" fmla="*/ 1016699 h 1424940"/>
                <a:gd name="connsiteX180" fmla="*/ 612362 w 6095524"/>
                <a:gd name="connsiteY180" fmla="*/ 1023557 h 1424940"/>
                <a:gd name="connsiteX181" fmla="*/ 716090 w 6095524"/>
                <a:gd name="connsiteY181" fmla="*/ 1031653 h 1424940"/>
                <a:gd name="connsiteX182" fmla="*/ 758381 w 6095524"/>
                <a:gd name="connsiteY182" fmla="*/ 1018985 h 1424940"/>
                <a:gd name="connsiteX183" fmla="*/ 771049 w 6095524"/>
                <a:gd name="connsiteY183" fmla="*/ 1018699 h 1424940"/>
                <a:gd name="connsiteX184" fmla="*/ 799433 w 6095524"/>
                <a:gd name="connsiteY184" fmla="*/ 1023652 h 1424940"/>
                <a:gd name="connsiteX185" fmla="*/ 858012 w 6095524"/>
                <a:gd name="connsiteY185" fmla="*/ 1020318 h 1424940"/>
                <a:gd name="connsiteX186" fmla="*/ 879634 w 6095524"/>
                <a:gd name="connsiteY186" fmla="*/ 1015270 h 1424940"/>
                <a:gd name="connsiteX187" fmla="*/ 891635 w 6095524"/>
                <a:gd name="connsiteY187" fmla="*/ 1012031 h 1424940"/>
                <a:gd name="connsiteX188" fmla="*/ 953262 w 6095524"/>
                <a:gd name="connsiteY188" fmla="*/ 1003078 h 1424940"/>
                <a:gd name="connsiteX189" fmla="*/ 980694 w 6095524"/>
                <a:gd name="connsiteY189" fmla="*/ 993458 h 1424940"/>
                <a:gd name="connsiteX190" fmla="*/ 988124 w 6095524"/>
                <a:gd name="connsiteY190" fmla="*/ 992029 h 1424940"/>
                <a:gd name="connsiteX191" fmla="*/ 1028795 w 6095524"/>
                <a:gd name="connsiteY191" fmla="*/ 996029 h 1424940"/>
                <a:gd name="connsiteX192" fmla="*/ 1059275 w 6095524"/>
                <a:gd name="connsiteY192" fmla="*/ 1011555 h 1424940"/>
                <a:gd name="connsiteX193" fmla="*/ 1065181 w 6095524"/>
                <a:gd name="connsiteY193" fmla="*/ 1016794 h 1424940"/>
                <a:gd name="connsiteX194" fmla="*/ 1150144 w 6095524"/>
                <a:gd name="connsiteY194" fmla="*/ 1014984 h 1424940"/>
                <a:gd name="connsiteX195" fmla="*/ 1163193 w 6095524"/>
                <a:gd name="connsiteY195" fmla="*/ 1012793 h 1424940"/>
                <a:gd name="connsiteX196" fmla="*/ 1226249 w 6095524"/>
                <a:gd name="connsiteY196" fmla="*/ 1021937 h 1424940"/>
                <a:gd name="connsiteX197" fmla="*/ 1244632 w 6095524"/>
                <a:gd name="connsiteY197" fmla="*/ 1023747 h 1424940"/>
                <a:gd name="connsiteX198" fmla="*/ 1310545 w 6095524"/>
                <a:gd name="connsiteY198" fmla="*/ 1031939 h 1424940"/>
                <a:gd name="connsiteX199" fmla="*/ 1319879 w 6095524"/>
                <a:gd name="connsiteY199" fmla="*/ 1024319 h 1424940"/>
                <a:gd name="connsiteX200" fmla="*/ 1346740 w 6095524"/>
                <a:gd name="connsiteY200" fmla="*/ 1005173 h 1424940"/>
                <a:gd name="connsiteX201" fmla="*/ 1399699 w 6095524"/>
                <a:gd name="connsiteY201" fmla="*/ 988219 h 1424940"/>
                <a:gd name="connsiteX202" fmla="*/ 1414082 w 6095524"/>
                <a:gd name="connsiteY202" fmla="*/ 989171 h 1424940"/>
                <a:gd name="connsiteX203" fmla="*/ 1450467 w 6095524"/>
                <a:gd name="connsiteY203" fmla="*/ 1017461 h 1424940"/>
                <a:gd name="connsiteX204" fmla="*/ 1468184 w 6095524"/>
                <a:gd name="connsiteY204" fmla="*/ 1028795 h 1424940"/>
                <a:gd name="connsiteX205" fmla="*/ 1518476 w 6095524"/>
                <a:gd name="connsiteY205" fmla="*/ 1049655 h 1424940"/>
                <a:gd name="connsiteX206" fmla="*/ 1522667 w 6095524"/>
                <a:gd name="connsiteY206" fmla="*/ 1053465 h 1424940"/>
                <a:gd name="connsiteX207" fmla="*/ 1559814 w 6095524"/>
                <a:gd name="connsiteY207" fmla="*/ 1098709 h 1424940"/>
                <a:gd name="connsiteX208" fmla="*/ 1568196 w 6095524"/>
                <a:gd name="connsiteY208" fmla="*/ 1106424 h 1424940"/>
                <a:gd name="connsiteX209" fmla="*/ 1578293 w 6095524"/>
                <a:gd name="connsiteY209" fmla="*/ 1118426 h 1424940"/>
                <a:gd name="connsiteX210" fmla="*/ 1609820 w 6095524"/>
                <a:gd name="connsiteY210" fmla="*/ 1141667 h 1424940"/>
                <a:gd name="connsiteX211" fmla="*/ 1648873 w 6095524"/>
                <a:gd name="connsiteY211" fmla="*/ 1149096 h 1424940"/>
                <a:gd name="connsiteX212" fmla="*/ 1696022 w 6095524"/>
                <a:gd name="connsiteY212" fmla="*/ 1160431 h 1424940"/>
                <a:gd name="connsiteX213" fmla="*/ 1715739 w 6095524"/>
                <a:gd name="connsiteY213" fmla="*/ 1168051 h 1424940"/>
                <a:gd name="connsiteX214" fmla="*/ 1768602 w 6095524"/>
                <a:gd name="connsiteY214" fmla="*/ 1182529 h 1424940"/>
                <a:gd name="connsiteX215" fmla="*/ 1806321 w 6095524"/>
                <a:gd name="connsiteY215" fmla="*/ 1194721 h 1424940"/>
                <a:gd name="connsiteX216" fmla="*/ 1860709 w 6095524"/>
                <a:gd name="connsiteY216" fmla="*/ 1201865 h 1424940"/>
                <a:gd name="connsiteX217" fmla="*/ 1887093 w 6095524"/>
                <a:gd name="connsiteY217" fmla="*/ 1202150 h 1424940"/>
                <a:gd name="connsiteX218" fmla="*/ 1935575 w 6095524"/>
                <a:gd name="connsiteY218" fmla="*/ 1238726 h 1424940"/>
                <a:gd name="connsiteX219" fmla="*/ 1974247 w 6095524"/>
                <a:gd name="connsiteY219" fmla="*/ 1262920 h 1424940"/>
                <a:gd name="connsiteX220" fmla="*/ 2014919 w 6095524"/>
                <a:gd name="connsiteY220" fmla="*/ 1251204 h 1424940"/>
                <a:gd name="connsiteX221" fmla="*/ 2025968 w 6095524"/>
                <a:gd name="connsiteY221" fmla="*/ 1240155 h 1424940"/>
                <a:gd name="connsiteX222" fmla="*/ 2092643 w 6095524"/>
                <a:gd name="connsiteY222" fmla="*/ 1229678 h 1424940"/>
                <a:gd name="connsiteX223" fmla="*/ 2187893 w 6095524"/>
                <a:gd name="connsiteY223" fmla="*/ 1229297 h 1424940"/>
                <a:gd name="connsiteX224" fmla="*/ 2346294 w 6095524"/>
                <a:gd name="connsiteY224" fmla="*/ 1205484 h 1424940"/>
                <a:gd name="connsiteX225" fmla="*/ 2373916 w 6095524"/>
                <a:gd name="connsiteY225" fmla="*/ 1194435 h 1424940"/>
                <a:gd name="connsiteX226" fmla="*/ 2404967 w 6095524"/>
                <a:gd name="connsiteY226" fmla="*/ 1191673 h 1424940"/>
                <a:gd name="connsiteX227" fmla="*/ 2416874 w 6095524"/>
                <a:gd name="connsiteY227" fmla="*/ 1198436 h 1424940"/>
                <a:gd name="connsiteX228" fmla="*/ 2468975 w 6095524"/>
                <a:gd name="connsiteY228" fmla="*/ 1208532 h 1424940"/>
                <a:gd name="connsiteX229" fmla="*/ 2478882 w 6095524"/>
                <a:gd name="connsiteY229" fmla="*/ 1208723 h 1424940"/>
                <a:gd name="connsiteX230" fmla="*/ 2512791 w 6095524"/>
                <a:gd name="connsiteY230" fmla="*/ 1204436 h 1424940"/>
                <a:gd name="connsiteX231" fmla="*/ 2544223 w 6095524"/>
                <a:gd name="connsiteY231" fmla="*/ 1201960 h 1424940"/>
                <a:gd name="connsiteX232" fmla="*/ 2623471 w 6095524"/>
                <a:gd name="connsiteY232" fmla="*/ 1210056 h 1424940"/>
                <a:gd name="connsiteX233" fmla="*/ 2684241 w 6095524"/>
                <a:gd name="connsiteY233" fmla="*/ 1208151 h 1424940"/>
                <a:gd name="connsiteX234" fmla="*/ 2712244 w 6095524"/>
                <a:gd name="connsiteY234" fmla="*/ 1210056 h 1424940"/>
                <a:gd name="connsiteX235" fmla="*/ 2728055 w 6095524"/>
                <a:gd name="connsiteY235" fmla="*/ 1212914 h 1424940"/>
                <a:gd name="connsiteX236" fmla="*/ 2763869 w 6095524"/>
                <a:gd name="connsiteY236" fmla="*/ 1232821 h 1424940"/>
                <a:gd name="connsiteX237" fmla="*/ 2783491 w 6095524"/>
                <a:gd name="connsiteY237" fmla="*/ 1237298 h 1424940"/>
                <a:gd name="connsiteX238" fmla="*/ 2842546 w 6095524"/>
                <a:gd name="connsiteY238" fmla="*/ 1236917 h 1424940"/>
                <a:gd name="connsiteX239" fmla="*/ 2931128 w 6095524"/>
                <a:gd name="connsiteY239" fmla="*/ 1206913 h 1424940"/>
                <a:gd name="connsiteX240" fmla="*/ 2940368 w 6095524"/>
                <a:gd name="connsiteY240" fmla="*/ 1202912 h 1424940"/>
                <a:gd name="connsiteX241" fmla="*/ 2985421 w 6095524"/>
                <a:gd name="connsiteY241" fmla="*/ 1197959 h 1424940"/>
                <a:gd name="connsiteX242" fmla="*/ 3015996 w 6095524"/>
                <a:gd name="connsiteY242" fmla="*/ 1204722 h 1424940"/>
                <a:gd name="connsiteX243" fmla="*/ 3057621 w 6095524"/>
                <a:gd name="connsiteY243" fmla="*/ 1218724 h 1424940"/>
                <a:gd name="connsiteX244" fmla="*/ 3095054 w 6095524"/>
                <a:gd name="connsiteY244" fmla="*/ 1230440 h 1424940"/>
                <a:gd name="connsiteX245" fmla="*/ 3122295 w 6095524"/>
                <a:gd name="connsiteY245" fmla="*/ 1243679 h 1424940"/>
                <a:gd name="connsiteX246" fmla="*/ 3184589 w 6095524"/>
                <a:gd name="connsiteY246" fmla="*/ 1253395 h 1424940"/>
                <a:gd name="connsiteX247" fmla="*/ 3191066 w 6095524"/>
                <a:gd name="connsiteY247" fmla="*/ 1255014 h 1424940"/>
                <a:gd name="connsiteX248" fmla="*/ 3237929 w 6095524"/>
                <a:gd name="connsiteY248" fmla="*/ 1243203 h 1424940"/>
                <a:gd name="connsiteX249" fmla="*/ 3294221 w 6095524"/>
                <a:gd name="connsiteY249" fmla="*/ 1231202 h 1424940"/>
                <a:gd name="connsiteX250" fmla="*/ 3314319 w 6095524"/>
                <a:gd name="connsiteY250" fmla="*/ 1235297 h 1424940"/>
                <a:gd name="connsiteX251" fmla="*/ 3341846 w 6095524"/>
                <a:gd name="connsiteY251" fmla="*/ 1241108 h 1424940"/>
                <a:gd name="connsiteX252" fmla="*/ 3367373 w 6095524"/>
                <a:gd name="connsiteY252" fmla="*/ 1238060 h 1424940"/>
                <a:gd name="connsiteX253" fmla="*/ 3382899 w 6095524"/>
                <a:gd name="connsiteY253" fmla="*/ 1237774 h 1424940"/>
                <a:gd name="connsiteX254" fmla="*/ 3453765 w 6095524"/>
                <a:gd name="connsiteY254" fmla="*/ 1273397 h 1424940"/>
                <a:gd name="connsiteX255" fmla="*/ 3471767 w 6095524"/>
                <a:gd name="connsiteY255" fmla="*/ 1276350 h 1424940"/>
                <a:gd name="connsiteX256" fmla="*/ 3481959 w 6095524"/>
                <a:gd name="connsiteY256" fmla="*/ 1280732 h 1424940"/>
                <a:gd name="connsiteX257" fmla="*/ 3543396 w 6095524"/>
                <a:gd name="connsiteY257" fmla="*/ 1324928 h 1424940"/>
                <a:gd name="connsiteX258" fmla="*/ 3569494 w 6095524"/>
                <a:gd name="connsiteY258" fmla="*/ 1333881 h 1424940"/>
                <a:gd name="connsiteX259" fmla="*/ 3598164 w 6095524"/>
                <a:gd name="connsiteY259" fmla="*/ 1332071 h 1424940"/>
                <a:gd name="connsiteX260" fmla="*/ 3614738 w 6095524"/>
                <a:gd name="connsiteY260" fmla="*/ 1328833 h 1424940"/>
                <a:gd name="connsiteX261" fmla="*/ 3655886 w 6095524"/>
                <a:gd name="connsiteY261" fmla="*/ 1300734 h 1424940"/>
                <a:gd name="connsiteX262" fmla="*/ 3679317 w 6095524"/>
                <a:gd name="connsiteY262" fmla="*/ 1301687 h 1424940"/>
                <a:gd name="connsiteX263" fmla="*/ 3715893 w 6095524"/>
                <a:gd name="connsiteY263" fmla="*/ 1321022 h 1424940"/>
                <a:gd name="connsiteX264" fmla="*/ 3782282 w 6095524"/>
                <a:gd name="connsiteY264" fmla="*/ 1329690 h 1424940"/>
                <a:gd name="connsiteX265" fmla="*/ 3816001 w 6095524"/>
                <a:gd name="connsiteY265" fmla="*/ 1302639 h 1424940"/>
                <a:gd name="connsiteX266" fmla="*/ 3833431 w 6095524"/>
                <a:gd name="connsiteY266" fmla="*/ 1276636 h 1424940"/>
                <a:gd name="connsiteX267" fmla="*/ 3883819 w 6095524"/>
                <a:gd name="connsiteY267" fmla="*/ 1246442 h 1424940"/>
                <a:gd name="connsiteX268" fmla="*/ 3895821 w 6095524"/>
                <a:gd name="connsiteY268" fmla="*/ 1257681 h 1424940"/>
                <a:gd name="connsiteX269" fmla="*/ 3932778 w 6095524"/>
                <a:gd name="connsiteY269" fmla="*/ 1262444 h 1424940"/>
                <a:gd name="connsiteX270" fmla="*/ 3972782 w 6095524"/>
                <a:gd name="connsiteY270" fmla="*/ 1262063 h 1424940"/>
                <a:gd name="connsiteX271" fmla="*/ 4042505 w 6095524"/>
                <a:gd name="connsiteY271" fmla="*/ 1267111 h 1424940"/>
                <a:gd name="connsiteX272" fmla="*/ 4088892 w 6095524"/>
                <a:gd name="connsiteY272" fmla="*/ 1238250 h 1424940"/>
                <a:gd name="connsiteX273" fmla="*/ 4106609 w 6095524"/>
                <a:gd name="connsiteY273" fmla="*/ 1226344 h 1424940"/>
                <a:gd name="connsiteX274" fmla="*/ 4123182 w 6095524"/>
                <a:gd name="connsiteY274" fmla="*/ 1218724 h 1424940"/>
                <a:gd name="connsiteX275" fmla="*/ 4142328 w 6095524"/>
                <a:gd name="connsiteY275" fmla="*/ 1214438 h 1424940"/>
                <a:gd name="connsiteX276" fmla="*/ 4188524 w 6095524"/>
                <a:gd name="connsiteY276" fmla="*/ 1198245 h 1424940"/>
                <a:gd name="connsiteX277" fmla="*/ 4213860 w 6095524"/>
                <a:gd name="connsiteY277" fmla="*/ 1182338 h 1424940"/>
                <a:gd name="connsiteX278" fmla="*/ 4270820 w 6095524"/>
                <a:gd name="connsiteY278" fmla="*/ 1167003 h 1424940"/>
                <a:gd name="connsiteX279" fmla="*/ 4309587 w 6095524"/>
                <a:gd name="connsiteY279" fmla="*/ 1153287 h 1424940"/>
                <a:gd name="connsiteX280" fmla="*/ 4350449 w 6095524"/>
                <a:gd name="connsiteY280" fmla="*/ 1129665 h 1424940"/>
                <a:gd name="connsiteX281" fmla="*/ 4356164 w 6095524"/>
                <a:gd name="connsiteY281" fmla="*/ 1126046 h 1424940"/>
                <a:gd name="connsiteX282" fmla="*/ 4369880 w 6095524"/>
                <a:gd name="connsiteY282" fmla="*/ 1110520 h 1424940"/>
                <a:gd name="connsiteX283" fmla="*/ 4389787 w 6095524"/>
                <a:gd name="connsiteY283" fmla="*/ 1057085 h 1424940"/>
                <a:gd name="connsiteX284" fmla="*/ 4395502 w 6095524"/>
                <a:gd name="connsiteY284" fmla="*/ 1046226 h 1424940"/>
                <a:gd name="connsiteX285" fmla="*/ 4447413 w 6095524"/>
                <a:gd name="connsiteY285" fmla="*/ 1009650 h 1424940"/>
                <a:gd name="connsiteX286" fmla="*/ 4466654 w 6095524"/>
                <a:gd name="connsiteY286" fmla="*/ 1013079 h 1424940"/>
                <a:gd name="connsiteX287" fmla="*/ 4487894 w 6095524"/>
                <a:gd name="connsiteY287" fmla="*/ 1025081 h 1424940"/>
                <a:gd name="connsiteX288" fmla="*/ 4534472 w 6095524"/>
                <a:gd name="connsiteY288" fmla="*/ 1028224 h 1424940"/>
                <a:gd name="connsiteX289" fmla="*/ 4551903 w 6095524"/>
                <a:gd name="connsiteY289" fmla="*/ 1022033 h 1424940"/>
                <a:gd name="connsiteX290" fmla="*/ 4582382 w 6095524"/>
                <a:gd name="connsiteY290" fmla="*/ 1005364 h 1424940"/>
                <a:gd name="connsiteX291" fmla="*/ 4605909 w 6095524"/>
                <a:gd name="connsiteY291" fmla="*/ 979551 h 1424940"/>
                <a:gd name="connsiteX292" fmla="*/ 4640104 w 6095524"/>
                <a:gd name="connsiteY292" fmla="*/ 936879 h 1424940"/>
                <a:gd name="connsiteX293" fmla="*/ 4705731 w 6095524"/>
                <a:gd name="connsiteY293" fmla="*/ 920591 h 1424940"/>
                <a:gd name="connsiteX294" fmla="*/ 4730973 w 6095524"/>
                <a:gd name="connsiteY294" fmla="*/ 915162 h 1424940"/>
                <a:gd name="connsiteX295" fmla="*/ 4822794 w 6095524"/>
                <a:gd name="connsiteY295" fmla="*/ 892397 h 1424940"/>
                <a:gd name="connsiteX296" fmla="*/ 4830794 w 6095524"/>
                <a:gd name="connsiteY296" fmla="*/ 891635 h 1424940"/>
                <a:gd name="connsiteX297" fmla="*/ 4894421 w 6095524"/>
                <a:gd name="connsiteY297" fmla="*/ 865442 h 1424940"/>
                <a:gd name="connsiteX298" fmla="*/ 4909756 w 6095524"/>
                <a:gd name="connsiteY298" fmla="*/ 858964 h 1424940"/>
                <a:gd name="connsiteX299" fmla="*/ 4928521 w 6095524"/>
                <a:gd name="connsiteY299" fmla="*/ 842391 h 1424940"/>
                <a:gd name="connsiteX300" fmla="*/ 4945857 w 6095524"/>
                <a:gd name="connsiteY300" fmla="*/ 795623 h 1424940"/>
                <a:gd name="connsiteX301" fmla="*/ 4966145 w 6095524"/>
                <a:gd name="connsiteY301" fmla="*/ 774287 h 1424940"/>
                <a:gd name="connsiteX302" fmla="*/ 4980909 w 6095524"/>
                <a:gd name="connsiteY302" fmla="*/ 761333 h 1424940"/>
                <a:gd name="connsiteX303" fmla="*/ 4993862 w 6095524"/>
                <a:gd name="connsiteY303" fmla="*/ 741712 h 1424940"/>
                <a:gd name="connsiteX304" fmla="*/ 5006816 w 6095524"/>
                <a:gd name="connsiteY304" fmla="*/ 694754 h 1424940"/>
                <a:gd name="connsiteX305" fmla="*/ 5026724 w 6095524"/>
                <a:gd name="connsiteY305" fmla="*/ 653129 h 1424940"/>
                <a:gd name="connsiteX306" fmla="*/ 5062538 w 6095524"/>
                <a:gd name="connsiteY306" fmla="*/ 630079 h 1424940"/>
                <a:gd name="connsiteX307" fmla="*/ 5084731 w 6095524"/>
                <a:gd name="connsiteY307" fmla="*/ 617982 h 1424940"/>
                <a:gd name="connsiteX308" fmla="*/ 5172647 w 6095524"/>
                <a:gd name="connsiteY308" fmla="*/ 630174 h 1424940"/>
                <a:gd name="connsiteX309" fmla="*/ 5232654 w 6095524"/>
                <a:gd name="connsiteY309" fmla="*/ 642080 h 1424940"/>
                <a:gd name="connsiteX310" fmla="*/ 5252371 w 6095524"/>
                <a:gd name="connsiteY310" fmla="*/ 637508 h 1424940"/>
                <a:gd name="connsiteX311" fmla="*/ 5308092 w 6095524"/>
                <a:gd name="connsiteY311" fmla="*/ 598646 h 1424940"/>
                <a:gd name="connsiteX312" fmla="*/ 5363147 w 6095524"/>
                <a:gd name="connsiteY312" fmla="*/ 581311 h 1424940"/>
                <a:gd name="connsiteX313" fmla="*/ 5404580 w 6095524"/>
                <a:gd name="connsiteY313" fmla="*/ 576358 h 1424940"/>
                <a:gd name="connsiteX314" fmla="*/ 5440203 w 6095524"/>
                <a:gd name="connsiteY314" fmla="*/ 572548 h 1424940"/>
                <a:gd name="connsiteX315" fmla="*/ 5482971 w 6095524"/>
                <a:gd name="connsiteY315" fmla="*/ 561880 h 1424940"/>
                <a:gd name="connsiteX316" fmla="*/ 5507165 w 6095524"/>
                <a:gd name="connsiteY316" fmla="*/ 550259 h 1424940"/>
                <a:gd name="connsiteX317" fmla="*/ 5545645 w 6095524"/>
                <a:gd name="connsiteY317" fmla="*/ 533591 h 1424940"/>
                <a:gd name="connsiteX318" fmla="*/ 5585079 w 6095524"/>
                <a:gd name="connsiteY318" fmla="*/ 511969 h 1424940"/>
                <a:gd name="connsiteX319" fmla="*/ 5615368 w 6095524"/>
                <a:gd name="connsiteY319" fmla="*/ 481679 h 1424940"/>
                <a:gd name="connsiteX320" fmla="*/ 5631656 w 6095524"/>
                <a:gd name="connsiteY320" fmla="*/ 456152 h 1424940"/>
                <a:gd name="connsiteX321" fmla="*/ 5679377 w 6095524"/>
                <a:gd name="connsiteY321" fmla="*/ 419576 h 1424940"/>
                <a:gd name="connsiteX322" fmla="*/ 5722525 w 6095524"/>
                <a:gd name="connsiteY322" fmla="*/ 350615 h 1424940"/>
                <a:gd name="connsiteX323" fmla="*/ 5749576 w 6095524"/>
                <a:gd name="connsiteY323" fmla="*/ 321945 h 1424940"/>
                <a:gd name="connsiteX324" fmla="*/ 5764911 w 6095524"/>
                <a:gd name="connsiteY324" fmla="*/ 313849 h 1424940"/>
                <a:gd name="connsiteX325" fmla="*/ 5791009 w 6095524"/>
                <a:gd name="connsiteY325" fmla="*/ 293942 h 1424940"/>
                <a:gd name="connsiteX326" fmla="*/ 5806440 w 6095524"/>
                <a:gd name="connsiteY326" fmla="*/ 279178 h 1424940"/>
                <a:gd name="connsiteX327" fmla="*/ 5848636 w 6095524"/>
                <a:gd name="connsiteY327" fmla="*/ 224885 h 1424940"/>
                <a:gd name="connsiteX328" fmla="*/ 5861590 w 6095524"/>
                <a:gd name="connsiteY328" fmla="*/ 208788 h 1424940"/>
                <a:gd name="connsiteX329" fmla="*/ 5888355 w 6095524"/>
                <a:gd name="connsiteY329" fmla="*/ 181166 h 1424940"/>
                <a:gd name="connsiteX330" fmla="*/ 5900071 w 6095524"/>
                <a:gd name="connsiteY330" fmla="*/ 172784 h 1424940"/>
                <a:gd name="connsiteX331" fmla="*/ 5920740 w 6095524"/>
                <a:gd name="connsiteY331" fmla="*/ 150305 h 1424940"/>
                <a:gd name="connsiteX332" fmla="*/ 5969985 w 6095524"/>
                <a:gd name="connsiteY332" fmla="*/ 91345 h 1424940"/>
                <a:gd name="connsiteX333" fmla="*/ 5991130 w 6095524"/>
                <a:gd name="connsiteY333" fmla="*/ 58293 h 1424940"/>
                <a:gd name="connsiteX334" fmla="*/ 6033325 w 6095524"/>
                <a:gd name="connsiteY334" fmla="*/ 33909 h 1424940"/>
                <a:gd name="connsiteX335" fmla="*/ 6054376 w 6095524"/>
                <a:gd name="connsiteY335" fmla="*/ 20955 h 1424940"/>
                <a:gd name="connsiteX336" fmla="*/ 6095524 w 6095524"/>
                <a:gd name="connsiteY336" fmla="*/ 0 h 1424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</a:cxnLst>
              <a:rect l="l" t="t" r="r" b="b"/>
              <a:pathLst>
                <a:path w="6095524" h="1424940">
                  <a:moveTo>
                    <a:pt x="6095524" y="0"/>
                  </a:moveTo>
                  <a:cubicBezTo>
                    <a:pt x="6095524" y="7811"/>
                    <a:pt x="6095524" y="12573"/>
                    <a:pt x="6095524" y="17431"/>
                  </a:cubicBezTo>
                  <a:lnTo>
                    <a:pt x="6095524" y="216290"/>
                  </a:lnTo>
                  <a:lnTo>
                    <a:pt x="6079998" y="230600"/>
                  </a:lnTo>
                  <a:cubicBezTo>
                    <a:pt x="6058567" y="241363"/>
                    <a:pt x="6035706" y="251079"/>
                    <a:pt x="6012751" y="260699"/>
                  </a:cubicBezTo>
                  <a:cubicBezTo>
                    <a:pt x="6006084" y="263462"/>
                    <a:pt x="5998749" y="264986"/>
                    <a:pt x="5992749" y="268700"/>
                  </a:cubicBezTo>
                  <a:cubicBezTo>
                    <a:pt x="5965126" y="285655"/>
                    <a:pt x="5938361" y="303943"/>
                    <a:pt x="5910358" y="320231"/>
                  </a:cubicBezTo>
                  <a:cubicBezTo>
                    <a:pt x="5881497" y="337090"/>
                    <a:pt x="5855684" y="356997"/>
                    <a:pt x="5835777" y="383953"/>
                  </a:cubicBezTo>
                  <a:cubicBezTo>
                    <a:pt x="5817298" y="409004"/>
                    <a:pt x="5799391" y="434435"/>
                    <a:pt x="5781008" y="459581"/>
                  </a:cubicBezTo>
                  <a:cubicBezTo>
                    <a:pt x="5776341" y="465963"/>
                    <a:pt x="5772054" y="473488"/>
                    <a:pt x="5765673" y="477584"/>
                  </a:cubicBezTo>
                  <a:cubicBezTo>
                    <a:pt x="5752433" y="486156"/>
                    <a:pt x="5737955" y="493109"/>
                    <a:pt x="5723763" y="500158"/>
                  </a:cubicBezTo>
                  <a:cubicBezTo>
                    <a:pt x="5711571" y="506159"/>
                    <a:pt x="5698617" y="510635"/>
                    <a:pt x="5686711" y="517112"/>
                  </a:cubicBezTo>
                  <a:cubicBezTo>
                    <a:pt x="5677186" y="522256"/>
                    <a:pt x="5668708" y="529400"/>
                    <a:pt x="5659850" y="535877"/>
                  </a:cubicBezTo>
                  <a:cubicBezTo>
                    <a:pt x="5652135" y="541496"/>
                    <a:pt x="5643658" y="546354"/>
                    <a:pt x="5637181" y="553117"/>
                  </a:cubicBezTo>
                  <a:cubicBezTo>
                    <a:pt x="5621369" y="569500"/>
                    <a:pt x="5605462" y="585597"/>
                    <a:pt x="5585841" y="597694"/>
                  </a:cubicBezTo>
                  <a:cubicBezTo>
                    <a:pt x="5566505" y="609695"/>
                    <a:pt x="5548217" y="623126"/>
                    <a:pt x="5528977" y="635318"/>
                  </a:cubicBezTo>
                  <a:cubicBezTo>
                    <a:pt x="5510117" y="647224"/>
                    <a:pt x="5493067" y="660273"/>
                    <a:pt x="5483256" y="681419"/>
                  </a:cubicBezTo>
                  <a:cubicBezTo>
                    <a:pt x="5478875" y="690753"/>
                    <a:pt x="5472684" y="700945"/>
                    <a:pt x="5464397" y="706374"/>
                  </a:cubicBezTo>
                  <a:cubicBezTo>
                    <a:pt x="5452586" y="714089"/>
                    <a:pt x="5437632" y="716852"/>
                    <a:pt x="5424773" y="723424"/>
                  </a:cubicBezTo>
                  <a:cubicBezTo>
                    <a:pt x="5409628" y="731139"/>
                    <a:pt x="5392103" y="737807"/>
                    <a:pt x="5381815" y="750094"/>
                  </a:cubicBezTo>
                  <a:cubicBezTo>
                    <a:pt x="5372671" y="761048"/>
                    <a:pt x="5363432" y="769620"/>
                    <a:pt x="5351335" y="776573"/>
                  </a:cubicBezTo>
                  <a:cubicBezTo>
                    <a:pt x="5342858" y="781431"/>
                    <a:pt x="5336572" y="790289"/>
                    <a:pt x="5327809" y="794290"/>
                  </a:cubicBezTo>
                  <a:cubicBezTo>
                    <a:pt x="5316284" y="799624"/>
                    <a:pt x="5304663" y="803815"/>
                    <a:pt x="5294566" y="812102"/>
                  </a:cubicBezTo>
                  <a:cubicBezTo>
                    <a:pt x="5284089" y="820674"/>
                    <a:pt x="5272183" y="827437"/>
                    <a:pt x="5261229" y="835438"/>
                  </a:cubicBezTo>
                  <a:cubicBezTo>
                    <a:pt x="5255419" y="839724"/>
                    <a:pt x="5250656" y="845344"/>
                    <a:pt x="5245037" y="849821"/>
                  </a:cubicBezTo>
                  <a:cubicBezTo>
                    <a:pt x="5234750" y="858012"/>
                    <a:pt x="5224272" y="866013"/>
                    <a:pt x="5213699" y="873728"/>
                  </a:cubicBezTo>
                  <a:cubicBezTo>
                    <a:pt x="5203127" y="881444"/>
                    <a:pt x="5193030" y="890397"/>
                    <a:pt x="5181409" y="896017"/>
                  </a:cubicBezTo>
                  <a:cubicBezTo>
                    <a:pt x="5161598" y="905542"/>
                    <a:pt x="5139976" y="911257"/>
                    <a:pt x="5120735" y="921544"/>
                  </a:cubicBezTo>
                  <a:cubicBezTo>
                    <a:pt x="5101209" y="932021"/>
                    <a:pt x="5082826" y="945166"/>
                    <a:pt x="5065490" y="959072"/>
                  </a:cubicBezTo>
                  <a:cubicBezTo>
                    <a:pt x="5051774" y="970026"/>
                    <a:pt x="5038916" y="980885"/>
                    <a:pt x="5021675" y="986504"/>
                  </a:cubicBezTo>
                  <a:cubicBezTo>
                    <a:pt x="5012055" y="989648"/>
                    <a:pt x="5001959" y="996506"/>
                    <a:pt x="4996148" y="1004507"/>
                  </a:cubicBezTo>
                  <a:cubicBezTo>
                    <a:pt x="4983575" y="1021937"/>
                    <a:pt x="4967478" y="1034225"/>
                    <a:pt x="4949285" y="1044702"/>
                  </a:cubicBezTo>
                  <a:cubicBezTo>
                    <a:pt x="4924996" y="1058799"/>
                    <a:pt x="4900993" y="1073182"/>
                    <a:pt x="4876609" y="1086993"/>
                  </a:cubicBezTo>
                  <a:cubicBezTo>
                    <a:pt x="4862227" y="1095185"/>
                    <a:pt x="4847940" y="1103852"/>
                    <a:pt x="4832699" y="1109853"/>
                  </a:cubicBezTo>
                  <a:cubicBezTo>
                    <a:pt x="4801553" y="1122236"/>
                    <a:pt x="4769644" y="1132808"/>
                    <a:pt x="4738211" y="1144334"/>
                  </a:cubicBezTo>
                  <a:cubicBezTo>
                    <a:pt x="4727924" y="1148048"/>
                    <a:pt x="4718209" y="1153382"/>
                    <a:pt x="4707731" y="1156621"/>
                  </a:cubicBezTo>
                  <a:cubicBezTo>
                    <a:pt x="4696396" y="1160145"/>
                    <a:pt x="4684205" y="1161193"/>
                    <a:pt x="4672870" y="1164717"/>
                  </a:cubicBezTo>
                  <a:cubicBezTo>
                    <a:pt x="4654010" y="1170527"/>
                    <a:pt x="4635722" y="1177957"/>
                    <a:pt x="4616863" y="1183862"/>
                  </a:cubicBezTo>
                  <a:cubicBezTo>
                    <a:pt x="4580477" y="1195197"/>
                    <a:pt x="4543996" y="1206056"/>
                    <a:pt x="4507516" y="1216819"/>
                  </a:cubicBezTo>
                  <a:cubicBezTo>
                    <a:pt x="4499706" y="1219105"/>
                    <a:pt x="4491228" y="1219391"/>
                    <a:pt x="4483513" y="1221867"/>
                  </a:cubicBezTo>
                  <a:cubicBezTo>
                    <a:pt x="4463034" y="1228535"/>
                    <a:pt x="4442650" y="1235773"/>
                    <a:pt x="4422362" y="1243108"/>
                  </a:cubicBezTo>
                  <a:cubicBezTo>
                    <a:pt x="4410075" y="1247585"/>
                    <a:pt x="4398073" y="1253109"/>
                    <a:pt x="4385691" y="1257395"/>
                  </a:cubicBezTo>
                  <a:cubicBezTo>
                    <a:pt x="4375785" y="1260824"/>
                    <a:pt x="4365593" y="1263491"/>
                    <a:pt x="4355306" y="1265587"/>
                  </a:cubicBezTo>
                  <a:cubicBezTo>
                    <a:pt x="4346448" y="1267397"/>
                    <a:pt x="4337209" y="1267206"/>
                    <a:pt x="4328446" y="1269397"/>
                  </a:cubicBezTo>
                  <a:cubicBezTo>
                    <a:pt x="4304728" y="1275302"/>
                    <a:pt x="4281297" y="1281970"/>
                    <a:pt x="4257770" y="1288256"/>
                  </a:cubicBezTo>
                  <a:cubicBezTo>
                    <a:pt x="4248341" y="1290733"/>
                    <a:pt x="4238720" y="1292543"/>
                    <a:pt x="4229576" y="1295686"/>
                  </a:cubicBezTo>
                  <a:cubicBezTo>
                    <a:pt x="4205097" y="1303973"/>
                    <a:pt x="4180999" y="1313402"/>
                    <a:pt x="4156424" y="1321213"/>
                  </a:cubicBezTo>
                  <a:cubicBezTo>
                    <a:pt x="4136041" y="1327690"/>
                    <a:pt x="4115086" y="1332357"/>
                    <a:pt x="4094416" y="1338072"/>
                  </a:cubicBezTo>
                  <a:cubicBezTo>
                    <a:pt x="4085653" y="1340549"/>
                    <a:pt x="4077271" y="1344073"/>
                    <a:pt x="4068509" y="1346168"/>
                  </a:cubicBezTo>
                  <a:cubicBezTo>
                    <a:pt x="4048887" y="1350931"/>
                    <a:pt x="4028980" y="1354931"/>
                    <a:pt x="4009263" y="1359694"/>
                  </a:cubicBezTo>
                  <a:cubicBezTo>
                    <a:pt x="3998023" y="1362456"/>
                    <a:pt x="3987165" y="1367409"/>
                    <a:pt x="3975735" y="1369219"/>
                  </a:cubicBezTo>
                  <a:cubicBezTo>
                    <a:pt x="3948589" y="1373505"/>
                    <a:pt x="3921252" y="1376553"/>
                    <a:pt x="3893915" y="1379982"/>
                  </a:cubicBezTo>
                  <a:cubicBezTo>
                    <a:pt x="3865722" y="1383506"/>
                    <a:pt x="3837623" y="1387221"/>
                    <a:pt x="3809428" y="1390364"/>
                  </a:cubicBezTo>
                  <a:cubicBezTo>
                    <a:pt x="3793998" y="1391984"/>
                    <a:pt x="3778472" y="1392269"/>
                    <a:pt x="3763042" y="1393793"/>
                  </a:cubicBezTo>
                  <a:cubicBezTo>
                    <a:pt x="3749516" y="1395127"/>
                    <a:pt x="3736086" y="1397603"/>
                    <a:pt x="3722561" y="1399223"/>
                  </a:cubicBezTo>
                  <a:cubicBezTo>
                    <a:pt x="3710845" y="1400556"/>
                    <a:pt x="3699034" y="1401318"/>
                    <a:pt x="3687318" y="1402652"/>
                  </a:cubicBezTo>
                  <a:cubicBezTo>
                    <a:pt x="3668554" y="1404842"/>
                    <a:pt x="3649885" y="1407319"/>
                    <a:pt x="3631216" y="1409605"/>
                  </a:cubicBezTo>
                  <a:cubicBezTo>
                    <a:pt x="3623406" y="1410462"/>
                    <a:pt x="3615214" y="1412843"/>
                    <a:pt x="3607880" y="1411415"/>
                  </a:cubicBezTo>
                  <a:cubicBezTo>
                    <a:pt x="3589401" y="1407795"/>
                    <a:pt x="3571208" y="1408843"/>
                    <a:pt x="3552825" y="1411319"/>
                  </a:cubicBezTo>
                  <a:cubicBezTo>
                    <a:pt x="3546539" y="1412177"/>
                    <a:pt x="3539776" y="1411986"/>
                    <a:pt x="3533680" y="1410367"/>
                  </a:cubicBezTo>
                  <a:cubicBezTo>
                    <a:pt x="3521202" y="1407128"/>
                    <a:pt x="3509106" y="1402556"/>
                    <a:pt x="3496818" y="1398556"/>
                  </a:cubicBezTo>
                  <a:cubicBezTo>
                    <a:pt x="3495484" y="1398080"/>
                    <a:pt x="3493865" y="1397984"/>
                    <a:pt x="3492437" y="1397699"/>
                  </a:cubicBezTo>
                  <a:cubicBezTo>
                    <a:pt x="3484340" y="1396079"/>
                    <a:pt x="3476340" y="1394460"/>
                    <a:pt x="3468243" y="1393031"/>
                  </a:cubicBezTo>
                  <a:cubicBezTo>
                    <a:pt x="3463862" y="1392269"/>
                    <a:pt x="3459385" y="1392174"/>
                    <a:pt x="3455003" y="1391507"/>
                  </a:cubicBezTo>
                  <a:cubicBezTo>
                    <a:pt x="3438049" y="1388840"/>
                    <a:pt x="3419380" y="1393317"/>
                    <a:pt x="3404711" y="1381792"/>
                  </a:cubicBezTo>
                  <a:cubicBezTo>
                    <a:pt x="3395186" y="1374362"/>
                    <a:pt x="3385947" y="1376077"/>
                    <a:pt x="3375756" y="1377220"/>
                  </a:cubicBezTo>
                  <a:cubicBezTo>
                    <a:pt x="3368040" y="1378077"/>
                    <a:pt x="3360134" y="1377791"/>
                    <a:pt x="3352324" y="1377887"/>
                  </a:cubicBezTo>
                  <a:cubicBezTo>
                    <a:pt x="3338608" y="1378172"/>
                    <a:pt x="3324892" y="1378268"/>
                    <a:pt x="3311176" y="1378744"/>
                  </a:cubicBezTo>
                  <a:cubicBezTo>
                    <a:pt x="3306794" y="1378934"/>
                    <a:pt x="3302318" y="1381316"/>
                    <a:pt x="3298031" y="1380935"/>
                  </a:cubicBezTo>
                  <a:cubicBezTo>
                    <a:pt x="3278219" y="1379125"/>
                    <a:pt x="3258407" y="1376267"/>
                    <a:pt x="3238595" y="1374648"/>
                  </a:cubicBezTo>
                  <a:cubicBezTo>
                    <a:pt x="3227356" y="1373696"/>
                    <a:pt x="3215830" y="1375505"/>
                    <a:pt x="3204686" y="1374172"/>
                  </a:cubicBezTo>
                  <a:cubicBezTo>
                    <a:pt x="3191828" y="1372648"/>
                    <a:pt x="3179255" y="1368743"/>
                    <a:pt x="3166491" y="1366361"/>
                  </a:cubicBezTo>
                  <a:cubicBezTo>
                    <a:pt x="3162967" y="1365695"/>
                    <a:pt x="3159062" y="1366552"/>
                    <a:pt x="3155347" y="1366742"/>
                  </a:cubicBezTo>
                  <a:cubicBezTo>
                    <a:pt x="3151156" y="1366933"/>
                    <a:pt x="3147060" y="1367314"/>
                    <a:pt x="3142869" y="1367409"/>
                  </a:cubicBezTo>
                  <a:cubicBezTo>
                    <a:pt x="3130105" y="1367600"/>
                    <a:pt x="3117342" y="1367314"/>
                    <a:pt x="3104578" y="1367981"/>
                  </a:cubicBezTo>
                  <a:cubicBezTo>
                    <a:pt x="3096768" y="1368362"/>
                    <a:pt x="3088577" y="1372267"/>
                    <a:pt x="3081337" y="1370838"/>
                  </a:cubicBezTo>
                  <a:cubicBezTo>
                    <a:pt x="3066574" y="1368076"/>
                    <a:pt x="3051810" y="1374267"/>
                    <a:pt x="3037047" y="1369124"/>
                  </a:cubicBezTo>
                  <a:cubicBezTo>
                    <a:pt x="3032474" y="1367600"/>
                    <a:pt x="3026188" y="1371410"/>
                    <a:pt x="3020663" y="1371600"/>
                  </a:cubicBezTo>
                  <a:cubicBezTo>
                    <a:pt x="3006852" y="1372076"/>
                    <a:pt x="2993041" y="1371981"/>
                    <a:pt x="2979230" y="1371886"/>
                  </a:cubicBezTo>
                  <a:cubicBezTo>
                    <a:pt x="2966847" y="1371791"/>
                    <a:pt x="2953988" y="1373124"/>
                    <a:pt x="2942082" y="1370457"/>
                  </a:cubicBezTo>
                  <a:cubicBezTo>
                    <a:pt x="2929604" y="1367600"/>
                    <a:pt x="2918365" y="1367981"/>
                    <a:pt x="2906268" y="1371219"/>
                  </a:cubicBezTo>
                  <a:cubicBezTo>
                    <a:pt x="2897981" y="1373410"/>
                    <a:pt x="2889218" y="1373696"/>
                    <a:pt x="2880646" y="1374362"/>
                  </a:cubicBezTo>
                  <a:cubicBezTo>
                    <a:pt x="2871407" y="1375124"/>
                    <a:pt x="2861215" y="1373124"/>
                    <a:pt x="2852833" y="1376267"/>
                  </a:cubicBezTo>
                  <a:cubicBezTo>
                    <a:pt x="2827877" y="1385602"/>
                    <a:pt x="2802255" y="1387602"/>
                    <a:pt x="2776157" y="1387602"/>
                  </a:cubicBezTo>
                  <a:cubicBezTo>
                    <a:pt x="2771394" y="1387602"/>
                    <a:pt x="2766536" y="1386269"/>
                    <a:pt x="2761965" y="1384840"/>
                  </a:cubicBezTo>
                  <a:cubicBezTo>
                    <a:pt x="2735294" y="1376267"/>
                    <a:pt x="2708529" y="1377029"/>
                    <a:pt x="2681383" y="1382268"/>
                  </a:cubicBezTo>
                  <a:cubicBezTo>
                    <a:pt x="2675763" y="1383411"/>
                    <a:pt x="2669477" y="1383602"/>
                    <a:pt x="2663857" y="1382459"/>
                  </a:cubicBezTo>
                  <a:cubicBezTo>
                    <a:pt x="2648045" y="1379125"/>
                    <a:pt x="2632710" y="1373600"/>
                    <a:pt x="2616803" y="1371219"/>
                  </a:cubicBezTo>
                  <a:cubicBezTo>
                    <a:pt x="2590515" y="1367314"/>
                    <a:pt x="2567750" y="1380458"/>
                    <a:pt x="2544223" y="1389031"/>
                  </a:cubicBezTo>
                  <a:cubicBezTo>
                    <a:pt x="2521839" y="1397127"/>
                    <a:pt x="2502789" y="1415415"/>
                    <a:pt x="2476309" y="1411319"/>
                  </a:cubicBezTo>
                  <a:cubicBezTo>
                    <a:pt x="2473643" y="1410938"/>
                    <a:pt x="2470690" y="1413510"/>
                    <a:pt x="2467737" y="1414177"/>
                  </a:cubicBezTo>
                  <a:cubicBezTo>
                    <a:pt x="2459641" y="1415987"/>
                    <a:pt x="2451545" y="1418177"/>
                    <a:pt x="2443353" y="1419035"/>
                  </a:cubicBezTo>
                  <a:cubicBezTo>
                    <a:pt x="2433352" y="1420178"/>
                    <a:pt x="2423160" y="1419797"/>
                    <a:pt x="2413159" y="1420749"/>
                  </a:cubicBezTo>
                  <a:cubicBezTo>
                    <a:pt x="2400300" y="1421892"/>
                    <a:pt x="2387632" y="1424940"/>
                    <a:pt x="2374868" y="1424940"/>
                  </a:cubicBezTo>
                  <a:cubicBezTo>
                    <a:pt x="2364581" y="1424940"/>
                    <a:pt x="2354389" y="1421416"/>
                    <a:pt x="2344198" y="1419701"/>
                  </a:cubicBezTo>
                  <a:cubicBezTo>
                    <a:pt x="2329815" y="1417320"/>
                    <a:pt x="2314003" y="1417987"/>
                    <a:pt x="2301335" y="1411891"/>
                  </a:cubicBezTo>
                  <a:cubicBezTo>
                    <a:pt x="2287810" y="1405414"/>
                    <a:pt x="2274951" y="1402461"/>
                    <a:pt x="2260949" y="1404461"/>
                  </a:cubicBezTo>
                  <a:cubicBezTo>
                    <a:pt x="2256282" y="1405128"/>
                    <a:pt x="2250281" y="1409129"/>
                    <a:pt x="2248186" y="1413224"/>
                  </a:cubicBezTo>
                  <a:cubicBezTo>
                    <a:pt x="2243518" y="1422368"/>
                    <a:pt x="2237137" y="1423988"/>
                    <a:pt x="2228469" y="1420844"/>
                  </a:cubicBezTo>
                  <a:cubicBezTo>
                    <a:pt x="2220944" y="1418177"/>
                    <a:pt x="2211705" y="1416844"/>
                    <a:pt x="2206562" y="1411700"/>
                  </a:cubicBezTo>
                  <a:cubicBezTo>
                    <a:pt x="2191988" y="1397127"/>
                    <a:pt x="2173414" y="1396651"/>
                    <a:pt x="2155317" y="1392746"/>
                  </a:cubicBezTo>
                  <a:cubicBezTo>
                    <a:pt x="2144269" y="1390364"/>
                    <a:pt x="2133981" y="1390269"/>
                    <a:pt x="2122932" y="1391888"/>
                  </a:cubicBezTo>
                  <a:cubicBezTo>
                    <a:pt x="2098930" y="1395508"/>
                    <a:pt x="2075593" y="1390364"/>
                    <a:pt x="2052542" y="1383792"/>
                  </a:cubicBezTo>
                  <a:cubicBezTo>
                    <a:pt x="2037302" y="1379411"/>
                    <a:pt x="2021681" y="1376744"/>
                    <a:pt x="2006537" y="1372267"/>
                  </a:cubicBezTo>
                  <a:cubicBezTo>
                    <a:pt x="1995202" y="1368838"/>
                    <a:pt x="1983868" y="1364742"/>
                    <a:pt x="1973486" y="1359218"/>
                  </a:cubicBezTo>
                  <a:cubicBezTo>
                    <a:pt x="1958435" y="1351121"/>
                    <a:pt x="1945292" y="1338929"/>
                    <a:pt x="1926146" y="1342168"/>
                  </a:cubicBezTo>
                  <a:cubicBezTo>
                    <a:pt x="1909286" y="1345025"/>
                    <a:pt x="1894047" y="1339025"/>
                    <a:pt x="1878616" y="1333310"/>
                  </a:cubicBezTo>
                  <a:cubicBezTo>
                    <a:pt x="1867281" y="1329119"/>
                    <a:pt x="1855948" y="1324832"/>
                    <a:pt x="1844231" y="1322165"/>
                  </a:cubicBezTo>
                  <a:cubicBezTo>
                    <a:pt x="1830324" y="1319022"/>
                    <a:pt x="1814608" y="1320356"/>
                    <a:pt x="1802225" y="1314545"/>
                  </a:cubicBezTo>
                  <a:cubicBezTo>
                    <a:pt x="1789271" y="1308449"/>
                    <a:pt x="1778509" y="1312545"/>
                    <a:pt x="1766983" y="1314260"/>
                  </a:cubicBezTo>
                  <a:cubicBezTo>
                    <a:pt x="1748600" y="1316927"/>
                    <a:pt x="1730311" y="1321880"/>
                    <a:pt x="1711738" y="1315593"/>
                  </a:cubicBezTo>
                  <a:cubicBezTo>
                    <a:pt x="1689164" y="1307973"/>
                    <a:pt x="1666780" y="1299782"/>
                    <a:pt x="1644111" y="1292543"/>
                  </a:cubicBezTo>
                  <a:cubicBezTo>
                    <a:pt x="1635347" y="1289780"/>
                    <a:pt x="1625919" y="1288637"/>
                    <a:pt x="1616774" y="1287399"/>
                  </a:cubicBezTo>
                  <a:cubicBezTo>
                    <a:pt x="1608107" y="1286351"/>
                    <a:pt x="1597725" y="1289018"/>
                    <a:pt x="1591056" y="1285018"/>
                  </a:cubicBezTo>
                  <a:cubicBezTo>
                    <a:pt x="1573911" y="1274731"/>
                    <a:pt x="1556291" y="1269683"/>
                    <a:pt x="1536478" y="1269683"/>
                  </a:cubicBezTo>
                  <a:cubicBezTo>
                    <a:pt x="1529048" y="1269683"/>
                    <a:pt x="1521809" y="1265396"/>
                    <a:pt x="1514285" y="1264634"/>
                  </a:cubicBezTo>
                  <a:cubicBezTo>
                    <a:pt x="1503997" y="1263682"/>
                    <a:pt x="1492186" y="1261110"/>
                    <a:pt x="1483233" y="1264730"/>
                  </a:cubicBezTo>
                  <a:cubicBezTo>
                    <a:pt x="1462183" y="1273302"/>
                    <a:pt x="1445134" y="1266158"/>
                    <a:pt x="1426750" y="1257681"/>
                  </a:cubicBezTo>
                  <a:cubicBezTo>
                    <a:pt x="1408652" y="1249299"/>
                    <a:pt x="1389602" y="1242632"/>
                    <a:pt x="1370362" y="1237107"/>
                  </a:cubicBezTo>
                  <a:cubicBezTo>
                    <a:pt x="1363123" y="1235107"/>
                    <a:pt x="1354456" y="1238441"/>
                    <a:pt x="1346454" y="1239107"/>
                  </a:cubicBezTo>
                  <a:cubicBezTo>
                    <a:pt x="1343596" y="1239298"/>
                    <a:pt x="1340453" y="1239584"/>
                    <a:pt x="1337882" y="1238631"/>
                  </a:cubicBezTo>
                  <a:cubicBezTo>
                    <a:pt x="1313022" y="1229487"/>
                    <a:pt x="1287780" y="1222534"/>
                    <a:pt x="1260825" y="1227296"/>
                  </a:cubicBezTo>
                  <a:cubicBezTo>
                    <a:pt x="1258349" y="1227773"/>
                    <a:pt x="1255586" y="1226725"/>
                    <a:pt x="1253109" y="1226058"/>
                  </a:cubicBezTo>
                  <a:cubicBezTo>
                    <a:pt x="1241012" y="1222629"/>
                    <a:pt x="1229201" y="1217200"/>
                    <a:pt x="1216915" y="1215962"/>
                  </a:cubicBezTo>
                  <a:cubicBezTo>
                    <a:pt x="1186625" y="1212914"/>
                    <a:pt x="1156146" y="1211675"/>
                    <a:pt x="1125664" y="1209675"/>
                  </a:cubicBezTo>
                  <a:cubicBezTo>
                    <a:pt x="1123759" y="1209580"/>
                    <a:pt x="1121759" y="1209580"/>
                    <a:pt x="1120045" y="1208913"/>
                  </a:cubicBezTo>
                  <a:cubicBezTo>
                    <a:pt x="1108805" y="1204817"/>
                    <a:pt x="1098995" y="1206151"/>
                    <a:pt x="1089469" y="1213961"/>
                  </a:cubicBezTo>
                  <a:cubicBezTo>
                    <a:pt x="1085278" y="1217390"/>
                    <a:pt x="1079563" y="1219200"/>
                    <a:pt x="1074325" y="1221105"/>
                  </a:cubicBezTo>
                  <a:cubicBezTo>
                    <a:pt x="1066609" y="1223963"/>
                    <a:pt x="1058704" y="1226725"/>
                    <a:pt x="1050703" y="1228535"/>
                  </a:cubicBezTo>
                  <a:cubicBezTo>
                    <a:pt x="1042797" y="1230249"/>
                    <a:pt x="1034320" y="1232630"/>
                    <a:pt x="1026700" y="1231297"/>
                  </a:cubicBezTo>
                  <a:cubicBezTo>
                    <a:pt x="1012984" y="1228916"/>
                    <a:pt x="999934" y="1223582"/>
                    <a:pt x="986409" y="1220057"/>
                  </a:cubicBezTo>
                  <a:cubicBezTo>
                    <a:pt x="981742" y="1218819"/>
                    <a:pt x="976598" y="1219010"/>
                    <a:pt x="971741" y="1218914"/>
                  </a:cubicBezTo>
                  <a:cubicBezTo>
                    <a:pt x="960596" y="1218629"/>
                    <a:pt x="949166" y="1221391"/>
                    <a:pt x="939070" y="1213485"/>
                  </a:cubicBezTo>
                  <a:cubicBezTo>
                    <a:pt x="929736" y="1206056"/>
                    <a:pt x="920305" y="1208246"/>
                    <a:pt x="910495" y="1213866"/>
                  </a:cubicBezTo>
                  <a:cubicBezTo>
                    <a:pt x="903446" y="1217867"/>
                    <a:pt x="895446" y="1221010"/>
                    <a:pt x="887540" y="1222534"/>
                  </a:cubicBezTo>
                  <a:cubicBezTo>
                    <a:pt x="876681" y="1224629"/>
                    <a:pt x="865918" y="1225487"/>
                    <a:pt x="854202" y="1224248"/>
                  </a:cubicBezTo>
                  <a:cubicBezTo>
                    <a:pt x="845915" y="1223391"/>
                    <a:pt x="839152" y="1223010"/>
                    <a:pt x="832675" y="1217962"/>
                  </a:cubicBezTo>
                  <a:cubicBezTo>
                    <a:pt x="831628" y="1217200"/>
                    <a:pt x="829723" y="1217009"/>
                    <a:pt x="828294" y="1217105"/>
                  </a:cubicBezTo>
                  <a:cubicBezTo>
                    <a:pt x="809530" y="1218724"/>
                    <a:pt x="790956" y="1217867"/>
                    <a:pt x="772001" y="1216723"/>
                  </a:cubicBezTo>
                  <a:cubicBezTo>
                    <a:pt x="747904" y="1215200"/>
                    <a:pt x="722566" y="1219676"/>
                    <a:pt x="701707" y="1235678"/>
                  </a:cubicBezTo>
                  <a:cubicBezTo>
                    <a:pt x="698659" y="1238060"/>
                    <a:pt x="694087" y="1239107"/>
                    <a:pt x="690086" y="1239679"/>
                  </a:cubicBezTo>
                  <a:cubicBezTo>
                    <a:pt x="671227" y="1242155"/>
                    <a:pt x="652272" y="1243870"/>
                    <a:pt x="633412" y="1246632"/>
                  </a:cubicBezTo>
                  <a:cubicBezTo>
                    <a:pt x="623125" y="1248156"/>
                    <a:pt x="612362" y="1249490"/>
                    <a:pt x="603028" y="1253681"/>
                  </a:cubicBezTo>
                  <a:cubicBezTo>
                    <a:pt x="593885" y="1257776"/>
                    <a:pt x="586549" y="1262634"/>
                    <a:pt x="581120" y="1254062"/>
                  </a:cubicBezTo>
                  <a:cubicBezTo>
                    <a:pt x="571406" y="1258634"/>
                    <a:pt x="562927" y="1262444"/>
                    <a:pt x="554642" y="1266539"/>
                  </a:cubicBezTo>
                  <a:cubicBezTo>
                    <a:pt x="551593" y="1268063"/>
                    <a:pt x="549021" y="1270540"/>
                    <a:pt x="545973" y="1271969"/>
                  </a:cubicBezTo>
                  <a:cubicBezTo>
                    <a:pt x="542734" y="1273493"/>
                    <a:pt x="539115" y="1274445"/>
                    <a:pt x="535591" y="1275207"/>
                  </a:cubicBezTo>
                  <a:cubicBezTo>
                    <a:pt x="519874" y="1278636"/>
                    <a:pt x="504158" y="1281779"/>
                    <a:pt x="488538" y="1285494"/>
                  </a:cubicBezTo>
                  <a:cubicBezTo>
                    <a:pt x="485489" y="1286256"/>
                    <a:pt x="482917" y="1289304"/>
                    <a:pt x="480155" y="1291304"/>
                  </a:cubicBezTo>
                  <a:cubicBezTo>
                    <a:pt x="478345" y="1292638"/>
                    <a:pt x="476536" y="1294638"/>
                    <a:pt x="474535" y="1294924"/>
                  </a:cubicBezTo>
                  <a:cubicBezTo>
                    <a:pt x="459295" y="1297210"/>
                    <a:pt x="444151" y="1299877"/>
                    <a:pt x="428816" y="1301020"/>
                  </a:cubicBezTo>
                  <a:cubicBezTo>
                    <a:pt x="415957" y="1301972"/>
                    <a:pt x="403574" y="1301687"/>
                    <a:pt x="400241" y="1318260"/>
                  </a:cubicBezTo>
                  <a:cubicBezTo>
                    <a:pt x="399669" y="1321118"/>
                    <a:pt x="395573" y="1324166"/>
                    <a:pt x="392431" y="1325594"/>
                  </a:cubicBezTo>
                  <a:cubicBezTo>
                    <a:pt x="383477" y="1329690"/>
                    <a:pt x="373951" y="1332452"/>
                    <a:pt x="365093" y="1336643"/>
                  </a:cubicBezTo>
                  <a:cubicBezTo>
                    <a:pt x="336042" y="1350645"/>
                    <a:pt x="305658" y="1359503"/>
                    <a:pt x="273177" y="1357884"/>
                  </a:cubicBezTo>
                  <a:cubicBezTo>
                    <a:pt x="263081" y="1357408"/>
                    <a:pt x="253270" y="1352264"/>
                    <a:pt x="246888" y="1350359"/>
                  </a:cubicBezTo>
                  <a:cubicBezTo>
                    <a:pt x="228506" y="1357884"/>
                    <a:pt x="213075" y="1365123"/>
                    <a:pt x="196977" y="1370552"/>
                  </a:cubicBezTo>
                  <a:cubicBezTo>
                    <a:pt x="182785" y="1375410"/>
                    <a:pt x="167926" y="1378458"/>
                    <a:pt x="153352" y="1381982"/>
                  </a:cubicBezTo>
                  <a:cubicBezTo>
                    <a:pt x="148018" y="1383316"/>
                    <a:pt x="142589" y="1384078"/>
                    <a:pt x="137160" y="1384745"/>
                  </a:cubicBezTo>
                  <a:cubicBezTo>
                    <a:pt x="120206" y="1386840"/>
                    <a:pt x="102489" y="1381792"/>
                    <a:pt x="85917" y="1389793"/>
                  </a:cubicBezTo>
                  <a:cubicBezTo>
                    <a:pt x="77248" y="1393984"/>
                    <a:pt x="68675" y="1399032"/>
                    <a:pt x="59532" y="1401223"/>
                  </a:cubicBezTo>
                  <a:cubicBezTo>
                    <a:pt x="49721" y="1403604"/>
                    <a:pt x="40124" y="1407319"/>
                    <a:pt x="30325" y="1409974"/>
                  </a:cubicBezTo>
                  <a:lnTo>
                    <a:pt x="0" y="1412360"/>
                  </a:lnTo>
                  <a:lnTo>
                    <a:pt x="0" y="1058622"/>
                  </a:lnTo>
                  <a:lnTo>
                    <a:pt x="17145" y="1060228"/>
                  </a:lnTo>
                  <a:cubicBezTo>
                    <a:pt x="26480" y="1061561"/>
                    <a:pt x="35528" y="1066133"/>
                    <a:pt x="44672" y="1066324"/>
                  </a:cubicBezTo>
                  <a:cubicBezTo>
                    <a:pt x="59055" y="1066610"/>
                    <a:pt x="71819" y="1068419"/>
                    <a:pt x="84677" y="1076230"/>
                  </a:cubicBezTo>
                  <a:cubicBezTo>
                    <a:pt x="104108" y="1087946"/>
                    <a:pt x="120110" y="1082993"/>
                    <a:pt x="132017" y="1064990"/>
                  </a:cubicBezTo>
                  <a:cubicBezTo>
                    <a:pt x="133255" y="1063181"/>
                    <a:pt x="134874" y="1060799"/>
                    <a:pt x="136779" y="1060323"/>
                  </a:cubicBezTo>
                  <a:cubicBezTo>
                    <a:pt x="153639" y="1056132"/>
                    <a:pt x="170974" y="1048131"/>
                    <a:pt x="187547" y="1049179"/>
                  </a:cubicBezTo>
                  <a:cubicBezTo>
                    <a:pt x="216789" y="1051084"/>
                    <a:pt x="244316" y="1048798"/>
                    <a:pt x="270891" y="1036415"/>
                  </a:cubicBezTo>
                  <a:cubicBezTo>
                    <a:pt x="272510" y="1035653"/>
                    <a:pt x="274987" y="1034891"/>
                    <a:pt x="276320" y="1035558"/>
                  </a:cubicBezTo>
                  <a:cubicBezTo>
                    <a:pt x="292322" y="1043845"/>
                    <a:pt x="309848" y="1050417"/>
                    <a:pt x="323755" y="1061561"/>
                  </a:cubicBezTo>
                  <a:cubicBezTo>
                    <a:pt x="336995" y="1072134"/>
                    <a:pt x="352997" y="1072229"/>
                    <a:pt x="361855" y="1057942"/>
                  </a:cubicBezTo>
                  <a:cubicBezTo>
                    <a:pt x="366236" y="1050893"/>
                    <a:pt x="372332" y="1042702"/>
                    <a:pt x="379571" y="1039939"/>
                  </a:cubicBezTo>
                  <a:cubicBezTo>
                    <a:pt x="395954" y="1033653"/>
                    <a:pt x="413481" y="1030414"/>
                    <a:pt x="430530" y="1025747"/>
                  </a:cubicBezTo>
                  <a:cubicBezTo>
                    <a:pt x="451581" y="1020032"/>
                    <a:pt x="472345" y="1020032"/>
                    <a:pt x="493300" y="1027176"/>
                  </a:cubicBezTo>
                  <a:cubicBezTo>
                    <a:pt x="508064" y="1032224"/>
                    <a:pt x="523113" y="1032224"/>
                    <a:pt x="537782" y="1025366"/>
                  </a:cubicBezTo>
                  <a:cubicBezTo>
                    <a:pt x="545687" y="1021652"/>
                    <a:pt x="553784" y="1017842"/>
                    <a:pt x="562166" y="1015746"/>
                  </a:cubicBezTo>
                  <a:cubicBezTo>
                    <a:pt x="567595" y="1014412"/>
                    <a:pt x="573881" y="1015651"/>
                    <a:pt x="579596" y="1016699"/>
                  </a:cubicBezTo>
                  <a:cubicBezTo>
                    <a:pt x="590645" y="1018794"/>
                    <a:pt x="602075" y="1025176"/>
                    <a:pt x="612362" y="1023557"/>
                  </a:cubicBezTo>
                  <a:cubicBezTo>
                    <a:pt x="647891" y="1017842"/>
                    <a:pt x="681419" y="1031272"/>
                    <a:pt x="716090" y="1031653"/>
                  </a:cubicBezTo>
                  <a:cubicBezTo>
                    <a:pt x="731806" y="1031843"/>
                    <a:pt x="747332" y="1034891"/>
                    <a:pt x="758381" y="1018985"/>
                  </a:cubicBezTo>
                  <a:cubicBezTo>
                    <a:pt x="759809" y="1016889"/>
                    <a:pt x="766763" y="1018032"/>
                    <a:pt x="771049" y="1018699"/>
                  </a:cubicBezTo>
                  <a:cubicBezTo>
                    <a:pt x="780574" y="1020128"/>
                    <a:pt x="790004" y="1023747"/>
                    <a:pt x="799433" y="1023652"/>
                  </a:cubicBezTo>
                  <a:cubicBezTo>
                    <a:pt x="818960" y="1023557"/>
                    <a:pt x="838581" y="1022033"/>
                    <a:pt x="858012" y="1020318"/>
                  </a:cubicBezTo>
                  <a:cubicBezTo>
                    <a:pt x="865346" y="1019651"/>
                    <a:pt x="872395" y="1017080"/>
                    <a:pt x="879634" y="1015270"/>
                  </a:cubicBezTo>
                  <a:cubicBezTo>
                    <a:pt x="883634" y="1014222"/>
                    <a:pt x="887921" y="1011460"/>
                    <a:pt x="891635" y="1012031"/>
                  </a:cubicBezTo>
                  <a:cubicBezTo>
                    <a:pt x="913162" y="1015365"/>
                    <a:pt x="932879" y="1007174"/>
                    <a:pt x="953262" y="1003078"/>
                  </a:cubicBezTo>
                  <a:cubicBezTo>
                    <a:pt x="962692" y="1001173"/>
                    <a:pt x="971550" y="996601"/>
                    <a:pt x="980694" y="993458"/>
                  </a:cubicBezTo>
                  <a:cubicBezTo>
                    <a:pt x="983075" y="992600"/>
                    <a:pt x="985742" y="991838"/>
                    <a:pt x="988124" y="992029"/>
                  </a:cubicBezTo>
                  <a:cubicBezTo>
                    <a:pt x="1001744" y="993172"/>
                    <a:pt x="1015270" y="994791"/>
                    <a:pt x="1028795" y="996029"/>
                  </a:cubicBezTo>
                  <a:cubicBezTo>
                    <a:pt x="1041083" y="997172"/>
                    <a:pt x="1053465" y="997553"/>
                    <a:pt x="1059275" y="1011555"/>
                  </a:cubicBezTo>
                  <a:cubicBezTo>
                    <a:pt x="1060133" y="1013746"/>
                    <a:pt x="1062990" y="1015365"/>
                    <a:pt x="1065181" y="1016794"/>
                  </a:cubicBezTo>
                  <a:cubicBezTo>
                    <a:pt x="1098995" y="1038797"/>
                    <a:pt x="1117092" y="1038225"/>
                    <a:pt x="1150144" y="1014984"/>
                  </a:cubicBezTo>
                  <a:cubicBezTo>
                    <a:pt x="1153573" y="1012603"/>
                    <a:pt x="1160907" y="1010888"/>
                    <a:pt x="1163193" y="1012793"/>
                  </a:cubicBezTo>
                  <a:cubicBezTo>
                    <a:pt x="1182624" y="1028605"/>
                    <a:pt x="1203865" y="1026890"/>
                    <a:pt x="1226249" y="1021937"/>
                  </a:cubicBezTo>
                  <a:cubicBezTo>
                    <a:pt x="1232059" y="1020604"/>
                    <a:pt x="1240251" y="1020604"/>
                    <a:pt x="1244632" y="1023747"/>
                  </a:cubicBezTo>
                  <a:cubicBezTo>
                    <a:pt x="1265492" y="1038320"/>
                    <a:pt x="1287876" y="1036225"/>
                    <a:pt x="1310545" y="1031939"/>
                  </a:cubicBezTo>
                  <a:cubicBezTo>
                    <a:pt x="1314069" y="1031272"/>
                    <a:pt x="1318356" y="1027652"/>
                    <a:pt x="1319879" y="1024319"/>
                  </a:cubicBezTo>
                  <a:cubicBezTo>
                    <a:pt x="1325309" y="1012508"/>
                    <a:pt x="1335501" y="1008507"/>
                    <a:pt x="1346740" y="1005173"/>
                  </a:cubicBezTo>
                  <a:cubicBezTo>
                    <a:pt x="1364457" y="999744"/>
                    <a:pt x="1381887" y="993362"/>
                    <a:pt x="1399699" y="988219"/>
                  </a:cubicBezTo>
                  <a:cubicBezTo>
                    <a:pt x="1404081" y="986981"/>
                    <a:pt x="1409510" y="987743"/>
                    <a:pt x="1414082" y="989171"/>
                  </a:cubicBezTo>
                  <a:cubicBezTo>
                    <a:pt x="1429703" y="994029"/>
                    <a:pt x="1439609" y="1006221"/>
                    <a:pt x="1450467" y="1017461"/>
                  </a:cubicBezTo>
                  <a:cubicBezTo>
                    <a:pt x="1455230" y="1022414"/>
                    <a:pt x="1461802" y="1025938"/>
                    <a:pt x="1468184" y="1028795"/>
                  </a:cubicBezTo>
                  <a:cubicBezTo>
                    <a:pt x="1484757" y="1036130"/>
                    <a:pt x="1501712" y="1042702"/>
                    <a:pt x="1518476" y="1049655"/>
                  </a:cubicBezTo>
                  <a:cubicBezTo>
                    <a:pt x="1520095" y="1050322"/>
                    <a:pt x="1521428" y="1052036"/>
                    <a:pt x="1522667" y="1053465"/>
                  </a:cubicBezTo>
                  <a:cubicBezTo>
                    <a:pt x="1535049" y="1068515"/>
                    <a:pt x="1547336" y="1083659"/>
                    <a:pt x="1559814" y="1098709"/>
                  </a:cubicBezTo>
                  <a:cubicBezTo>
                    <a:pt x="1562195" y="1101566"/>
                    <a:pt x="1565625" y="1103662"/>
                    <a:pt x="1568196" y="1106424"/>
                  </a:cubicBezTo>
                  <a:cubicBezTo>
                    <a:pt x="1571816" y="1110234"/>
                    <a:pt x="1576388" y="1113854"/>
                    <a:pt x="1578293" y="1118426"/>
                  </a:cubicBezTo>
                  <a:cubicBezTo>
                    <a:pt x="1584198" y="1132808"/>
                    <a:pt x="1595533" y="1139000"/>
                    <a:pt x="1609820" y="1141667"/>
                  </a:cubicBezTo>
                  <a:cubicBezTo>
                    <a:pt x="1622870" y="1144143"/>
                    <a:pt x="1635919" y="1146239"/>
                    <a:pt x="1648873" y="1149096"/>
                  </a:cubicBezTo>
                  <a:cubicBezTo>
                    <a:pt x="1664684" y="1152525"/>
                    <a:pt x="1680401" y="1156240"/>
                    <a:pt x="1696022" y="1160431"/>
                  </a:cubicBezTo>
                  <a:cubicBezTo>
                    <a:pt x="1702784" y="1162241"/>
                    <a:pt x="1709928" y="1164336"/>
                    <a:pt x="1715739" y="1168051"/>
                  </a:cubicBezTo>
                  <a:cubicBezTo>
                    <a:pt x="1732026" y="1178338"/>
                    <a:pt x="1749457" y="1185291"/>
                    <a:pt x="1768602" y="1182529"/>
                  </a:cubicBezTo>
                  <a:cubicBezTo>
                    <a:pt x="1783937" y="1180338"/>
                    <a:pt x="1796796" y="1185958"/>
                    <a:pt x="1806321" y="1194721"/>
                  </a:cubicBezTo>
                  <a:cubicBezTo>
                    <a:pt x="1823657" y="1210628"/>
                    <a:pt x="1842230" y="1207008"/>
                    <a:pt x="1860709" y="1201865"/>
                  </a:cubicBezTo>
                  <a:cubicBezTo>
                    <a:pt x="1870234" y="1199198"/>
                    <a:pt x="1878044" y="1199579"/>
                    <a:pt x="1887093" y="1202150"/>
                  </a:cubicBezTo>
                  <a:cubicBezTo>
                    <a:pt x="1908048" y="1208151"/>
                    <a:pt x="1922050" y="1224439"/>
                    <a:pt x="1935575" y="1238726"/>
                  </a:cubicBezTo>
                  <a:cubicBezTo>
                    <a:pt x="1947101" y="1250918"/>
                    <a:pt x="1960055" y="1257776"/>
                    <a:pt x="1974247" y="1262920"/>
                  </a:cubicBezTo>
                  <a:cubicBezTo>
                    <a:pt x="1992154" y="1269492"/>
                    <a:pt x="2006346" y="1267016"/>
                    <a:pt x="2014919" y="1251204"/>
                  </a:cubicBezTo>
                  <a:cubicBezTo>
                    <a:pt x="2017300" y="1246727"/>
                    <a:pt x="2021491" y="1241488"/>
                    <a:pt x="2025968" y="1240155"/>
                  </a:cubicBezTo>
                  <a:cubicBezTo>
                    <a:pt x="2047589" y="1233488"/>
                    <a:pt x="2069497" y="1223772"/>
                    <a:pt x="2092643" y="1229678"/>
                  </a:cubicBezTo>
                  <a:cubicBezTo>
                    <a:pt x="2124647" y="1237774"/>
                    <a:pt x="2155889" y="1237298"/>
                    <a:pt x="2187893" y="1229297"/>
                  </a:cubicBezTo>
                  <a:cubicBezTo>
                    <a:pt x="2239804" y="1216343"/>
                    <a:pt x="2291715" y="1202627"/>
                    <a:pt x="2346294" y="1205484"/>
                  </a:cubicBezTo>
                  <a:cubicBezTo>
                    <a:pt x="2355342" y="1205960"/>
                    <a:pt x="2366105" y="1200150"/>
                    <a:pt x="2373916" y="1194435"/>
                  </a:cubicBezTo>
                  <a:cubicBezTo>
                    <a:pt x="2388870" y="1183577"/>
                    <a:pt x="2388203" y="1182719"/>
                    <a:pt x="2404967" y="1191673"/>
                  </a:cubicBezTo>
                  <a:cubicBezTo>
                    <a:pt x="2408968" y="1193864"/>
                    <a:pt x="2413921" y="1195197"/>
                    <a:pt x="2416874" y="1198436"/>
                  </a:cubicBezTo>
                  <a:cubicBezTo>
                    <a:pt x="2431923" y="1214914"/>
                    <a:pt x="2450497" y="1210913"/>
                    <a:pt x="2468975" y="1208532"/>
                  </a:cubicBezTo>
                  <a:cubicBezTo>
                    <a:pt x="2472214" y="1208056"/>
                    <a:pt x="2476119" y="1207389"/>
                    <a:pt x="2478882" y="1208723"/>
                  </a:cubicBezTo>
                  <a:cubicBezTo>
                    <a:pt x="2491359" y="1214723"/>
                    <a:pt x="2501932" y="1212628"/>
                    <a:pt x="2512791" y="1204436"/>
                  </a:cubicBezTo>
                  <a:cubicBezTo>
                    <a:pt x="2522220" y="1197388"/>
                    <a:pt x="2533079" y="1193197"/>
                    <a:pt x="2544223" y="1201960"/>
                  </a:cubicBezTo>
                  <a:cubicBezTo>
                    <a:pt x="2568988" y="1221391"/>
                    <a:pt x="2595467" y="1222343"/>
                    <a:pt x="2623471" y="1210056"/>
                  </a:cubicBezTo>
                  <a:cubicBezTo>
                    <a:pt x="2643473" y="1201293"/>
                    <a:pt x="2663190" y="1199293"/>
                    <a:pt x="2684241" y="1208151"/>
                  </a:cubicBezTo>
                  <a:cubicBezTo>
                    <a:pt x="2692337" y="1211580"/>
                    <a:pt x="2702814" y="1209294"/>
                    <a:pt x="2712244" y="1210056"/>
                  </a:cubicBezTo>
                  <a:cubicBezTo>
                    <a:pt x="2717578" y="1210437"/>
                    <a:pt x="2723484" y="1210532"/>
                    <a:pt x="2728055" y="1212914"/>
                  </a:cubicBezTo>
                  <a:cubicBezTo>
                    <a:pt x="2740248" y="1219010"/>
                    <a:pt x="2751582" y="1226820"/>
                    <a:pt x="2763869" y="1232821"/>
                  </a:cubicBezTo>
                  <a:cubicBezTo>
                    <a:pt x="2769775" y="1235678"/>
                    <a:pt x="2776823" y="1237202"/>
                    <a:pt x="2783491" y="1237298"/>
                  </a:cubicBezTo>
                  <a:cubicBezTo>
                    <a:pt x="2803208" y="1237774"/>
                    <a:pt x="2822925" y="1237774"/>
                    <a:pt x="2842546" y="1236917"/>
                  </a:cubicBezTo>
                  <a:cubicBezTo>
                    <a:pt x="2874931" y="1235583"/>
                    <a:pt x="2907792" y="1235297"/>
                    <a:pt x="2931128" y="1206913"/>
                  </a:cubicBezTo>
                  <a:cubicBezTo>
                    <a:pt x="2933034" y="1204627"/>
                    <a:pt x="2937129" y="1203293"/>
                    <a:pt x="2940368" y="1202912"/>
                  </a:cubicBezTo>
                  <a:cubicBezTo>
                    <a:pt x="2955322" y="1201103"/>
                    <a:pt x="2970657" y="1200912"/>
                    <a:pt x="2985421" y="1197959"/>
                  </a:cubicBezTo>
                  <a:cubicBezTo>
                    <a:pt x="2997232" y="1195578"/>
                    <a:pt x="3007043" y="1196340"/>
                    <a:pt x="3015996" y="1204722"/>
                  </a:cubicBezTo>
                  <a:cubicBezTo>
                    <a:pt x="3027712" y="1215771"/>
                    <a:pt x="3042000" y="1222248"/>
                    <a:pt x="3057621" y="1218724"/>
                  </a:cubicBezTo>
                  <a:cubicBezTo>
                    <a:pt x="3073241" y="1215295"/>
                    <a:pt x="3083528" y="1222724"/>
                    <a:pt x="3095054" y="1230440"/>
                  </a:cubicBezTo>
                  <a:cubicBezTo>
                    <a:pt x="3103436" y="1236059"/>
                    <a:pt x="3112961" y="1243108"/>
                    <a:pt x="3122295" y="1243679"/>
                  </a:cubicBezTo>
                  <a:cubicBezTo>
                    <a:pt x="3143441" y="1244917"/>
                    <a:pt x="3161634" y="1264539"/>
                    <a:pt x="3184589" y="1253395"/>
                  </a:cubicBezTo>
                  <a:cubicBezTo>
                    <a:pt x="3186113" y="1252633"/>
                    <a:pt x="3188875" y="1254538"/>
                    <a:pt x="3191066" y="1255014"/>
                  </a:cubicBezTo>
                  <a:cubicBezTo>
                    <a:pt x="3208592" y="1258634"/>
                    <a:pt x="3225070" y="1255109"/>
                    <a:pt x="3237929" y="1243203"/>
                  </a:cubicBezTo>
                  <a:cubicBezTo>
                    <a:pt x="3254788" y="1227677"/>
                    <a:pt x="3273457" y="1226153"/>
                    <a:pt x="3294221" y="1231202"/>
                  </a:cubicBezTo>
                  <a:cubicBezTo>
                    <a:pt x="3300889" y="1232821"/>
                    <a:pt x="3307557" y="1233964"/>
                    <a:pt x="3314319" y="1235297"/>
                  </a:cubicBezTo>
                  <a:cubicBezTo>
                    <a:pt x="3323463" y="1237202"/>
                    <a:pt x="3332703" y="1239203"/>
                    <a:pt x="3341846" y="1241108"/>
                  </a:cubicBezTo>
                  <a:cubicBezTo>
                    <a:pt x="3350705" y="1243013"/>
                    <a:pt x="3360516" y="1246251"/>
                    <a:pt x="3367373" y="1238060"/>
                  </a:cubicBezTo>
                  <a:cubicBezTo>
                    <a:pt x="3373279" y="1231011"/>
                    <a:pt x="3377470" y="1231678"/>
                    <a:pt x="3382899" y="1237774"/>
                  </a:cubicBezTo>
                  <a:cubicBezTo>
                    <a:pt x="3401759" y="1259110"/>
                    <a:pt x="3424619" y="1272445"/>
                    <a:pt x="3453765" y="1273397"/>
                  </a:cubicBezTo>
                  <a:cubicBezTo>
                    <a:pt x="3459766" y="1273588"/>
                    <a:pt x="3465862" y="1274921"/>
                    <a:pt x="3471767" y="1276350"/>
                  </a:cubicBezTo>
                  <a:cubicBezTo>
                    <a:pt x="3475387" y="1277207"/>
                    <a:pt x="3479769" y="1278160"/>
                    <a:pt x="3481959" y="1280732"/>
                  </a:cubicBezTo>
                  <a:cubicBezTo>
                    <a:pt x="3499009" y="1300353"/>
                    <a:pt x="3520250" y="1313974"/>
                    <a:pt x="3543396" y="1324928"/>
                  </a:cubicBezTo>
                  <a:cubicBezTo>
                    <a:pt x="3551682" y="1328833"/>
                    <a:pt x="3560541" y="1332738"/>
                    <a:pt x="3569494" y="1333881"/>
                  </a:cubicBezTo>
                  <a:cubicBezTo>
                    <a:pt x="3578828" y="1335024"/>
                    <a:pt x="3588639" y="1333119"/>
                    <a:pt x="3598164" y="1332071"/>
                  </a:cubicBezTo>
                  <a:cubicBezTo>
                    <a:pt x="3603784" y="1331500"/>
                    <a:pt x="3610261" y="1331595"/>
                    <a:pt x="3614738" y="1328833"/>
                  </a:cubicBezTo>
                  <a:cubicBezTo>
                    <a:pt x="3628930" y="1320165"/>
                    <a:pt x="3642646" y="1310831"/>
                    <a:pt x="3655886" y="1300734"/>
                  </a:cubicBezTo>
                  <a:cubicBezTo>
                    <a:pt x="3667221" y="1292066"/>
                    <a:pt x="3669507" y="1290828"/>
                    <a:pt x="3679317" y="1301687"/>
                  </a:cubicBezTo>
                  <a:cubicBezTo>
                    <a:pt x="3689414" y="1312831"/>
                    <a:pt x="3701987" y="1318641"/>
                    <a:pt x="3715893" y="1321022"/>
                  </a:cubicBezTo>
                  <a:cubicBezTo>
                    <a:pt x="3737896" y="1324737"/>
                    <a:pt x="3760089" y="1327880"/>
                    <a:pt x="3782282" y="1329690"/>
                  </a:cubicBezTo>
                  <a:cubicBezTo>
                    <a:pt x="3802380" y="1331309"/>
                    <a:pt x="3812000" y="1322546"/>
                    <a:pt x="3816001" y="1302639"/>
                  </a:cubicBezTo>
                  <a:cubicBezTo>
                    <a:pt x="3818287" y="1291590"/>
                    <a:pt x="3821240" y="1279588"/>
                    <a:pt x="3833431" y="1276636"/>
                  </a:cubicBezTo>
                  <a:cubicBezTo>
                    <a:pt x="3853339" y="1271873"/>
                    <a:pt x="3874008" y="1269778"/>
                    <a:pt x="3883819" y="1246442"/>
                  </a:cubicBezTo>
                  <a:cubicBezTo>
                    <a:pt x="3889248" y="1251585"/>
                    <a:pt x="3892582" y="1254633"/>
                    <a:pt x="3895821" y="1257681"/>
                  </a:cubicBezTo>
                  <a:cubicBezTo>
                    <a:pt x="3904774" y="1266158"/>
                    <a:pt x="3923347" y="1269778"/>
                    <a:pt x="3932778" y="1262444"/>
                  </a:cubicBezTo>
                  <a:cubicBezTo>
                    <a:pt x="3946684" y="1251776"/>
                    <a:pt x="3959448" y="1253776"/>
                    <a:pt x="3972782" y="1262063"/>
                  </a:cubicBezTo>
                  <a:cubicBezTo>
                    <a:pt x="3995071" y="1275779"/>
                    <a:pt x="4019931" y="1272635"/>
                    <a:pt x="4042505" y="1267111"/>
                  </a:cubicBezTo>
                  <a:cubicBezTo>
                    <a:pt x="4059555" y="1263015"/>
                    <a:pt x="4077748" y="1255490"/>
                    <a:pt x="4088892" y="1238250"/>
                  </a:cubicBezTo>
                  <a:cubicBezTo>
                    <a:pt x="4092416" y="1232726"/>
                    <a:pt x="4100322" y="1229963"/>
                    <a:pt x="4106609" y="1226344"/>
                  </a:cubicBezTo>
                  <a:cubicBezTo>
                    <a:pt x="4111848" y="1223391"/>
                    <a:pt x="4117372" y="1220629"/>
                    <a:pt x="4123182" y="1218724"/>
                  </a:cubicBezTo>
                  <a:cubicBezTo>
                    <a:pt x="4129373" y="1216628"/>
                    <a:pt x="4136232" y="1213580"/>
                    <a:pt x="4142328" y="1214438"/>
                  </a:cubicBezTo>
                  <a:cubicBezTo>
                    <a:pt x="4160806" y="1216914"/>
                    <a:pt x="4175475" y="1212056"/>
                    <a:pt x="4188524" y="1198245"/>
                  </a:cubicBezTo>
                  <a:cubicBezTo>
                    <a:pt x="4195287" y="1191101"/>
                    <a:pt x="4205288" y="1182434"/>
                    <a:pt x="4213860" y="1182338"/>
                  </a:cubicBezTo>
                  <a:cubicBezTo>
                    <a:pt x="4234720" y="1182053"/>
                    <a:pt x="4252055" y="1175195"/>
                    <a:pt x="4270820" y="1167003"/>
                  </a:cubicBezTo>
                  <a:cubicBezTo>
                    <a:pt x="4282916" y="1161764"/>
                    <a:pt x="4296632" y="1158145"/>
                    <a:pt x="4309587" y="1153287"/>
                  </a:cubicBezTo>
                  <a:cubicBezTo>
                    <a:pt x="4324731" y="1147572"/>
                    <a:pt x="4341210" y="1145477"/>
                    <a:pt x="4350449" y="1129665"/>
                  </a:cubicBezTo>
                  <a:cubicBezTo>
                    <a:pt x="4351496" y="1127951"/>
                    <a:pt x="4354640" y="1127665"/>
                    <a:pt x="4356164" y="1126046"/>
                  </a:cubicBezTo>
                  <a:cubicBezTo>
                    <a:pt x="4361021" y="1121093"/>
                    <a:pt x="4367308" y="1116521"/>
                    <a:pt x="4369880" y="1110520"/>
                  </a:cubicBezTo>
                  <a:cubicBezTo>
                    <a:pt x="4377309" y="1092994"/>
                    <a:pt x="4383119" y="1074896"/>
                    <a:pt x="4389787" y="1057085"/>
                  </a:cubicBezTo>
                  <a:cubicBezTo>
                    <a:pt x="4391216" y="1053275"/>
                    <a:pt x="4392549" y="1048417"/>
                    <a:pt x="4395502" y="1046226"/>
                  </a:cubicBezTo>
                  <a:cubicBezTo>
                    <a:pt x="4412552" y="1033653"/>
                    <a:pt x="4429888" y="1021556"/>
                    <a:pt x="4447413" y="1009650"/>
                  </a:cubicBezTo>
                  <a:cubicBezTo>
                    <a:pt x="4454462" y="1004887"/>
                    <a:pt x="4460367" y="1007555"/>
                    <a:pt x="4466654" y="1013079"/>
                  </a:cubicBezTo>
                  <a:cubicBezTo>
                    <a:pt x="4472750" y="1018318"/>
                    <a:pt x="4480275" y="1023747"/>
                    <a:pt x="4487894" y="1025081"/>
                  </a:cubicBezTo>
                  <a:cubicBezTo>
                    <a:pt x="4503135" y="1027652"/>
                    <a:pt x="4518946" y="1028224"/>
                    <a:pt x="4534472" y="1028224"/>
                  </a:cubicBezTo>
                  <a:cubicBezTo>
                    <a:pt x="4540282" y="1028224"/>
                    <a:pt x="4546473" y="1024795"/>
                    <a:pt x="4551903" y="1022033"/>
                  </a:cubicBezTo>
                  <a:cubicBezTo>
                    <a:pt x="4562189" y="1016794"/>
                    <a:pt x="4571714" y="1009745"/>
                    <a:pt x="4582382" y="1005364"/>
                  </a:cubicBezTo>
                  <a:cubicBezTo>
                    <a:pt x="4594765" y="1000316"/>
                    <a:pt x="4602194" y="992219"/>
                    <a:pt x="4605909" y="979551"/>
                  </a:cubicBezTo>
                  <a:cubicBezTo>
                    <a:pt x="4611434" y="960692"/>
                    <a:pt x="4624579" y="947547"/>
                    <a:pt x="4640104" y="936879"/>
                  </a:cubicBezTo>
                  <a:cubicBezTo>
                    <a:pt x="4659821" y="923258"/>
                    <a:pt x="4683348" y="923925"/>
                    <a:pt x="4705731" y="920591"/>
                  </a:cubicBezTo>
                  <a:cubicBezTo>
                    <a:pt x="4714304" y="919353"/>
                    <a:pt x="4723162" y="918305"/>
                    <a:pt x="4730973" y="915162"/>
                  </a:cubicBezTo>
                  <a:cubicBezTo>
                    <a:pt x="4760595" y="903351"/>
                    <a:pt x="4790218" y="892112"/>
                    <a:pt x="4822794" y="892397"/>
                  </a:cubicBezTo>
                  <a:cubicBezTo>
                    <a:pt x="4825460" y="892397"/>
                    <a:pt x="4828128" y="892112"/>
                    <a:pt x="4830794" y="891635"/>
                  </a:cubicBezTo>
                  <a:cubicBezTo>
                    <a:pt x="4853940" y="887730"/>
                    <a:pt x="4877848" y="886206"/>
                    <a:pt x="4894421" y="865442"/>
                  </a:cubicBezTo>
                  <a:cubicBezTo>
                    <a:pt x="4897469" y="861632"/>
                    <a:pt x="4904422" y="860489"/>
                    <a:pt x="4909756" y="858964"/>
                  </a:cubicBezTo>
                  <a:cubicBezTo>
                    <a:pt x="4918996" y="856488"/>
                    <a:pt x="4925188" y="851440"/>
                    <a:pt x="4928521" y="842391"/>
                  </a:cubicBezTo>
                  <a:cubicBezTo>
                    <a:pt x="4934141" y="826770"/>
                    <a:pt x="4940808" y="811435"/>
                    <a:pt x="4945857" y="795623"/>
                  </a:cubicBezTo>
                  <a:cubicBezTo>
                    <a:pt x="4949381" y="784765"/>
                    <a:pt x="4955953" y="778764"/>
                    <a:pt x="4966145" y="774287"/>
                  </a:cubicBezTo>
                  <a:cubicBezTo>
                    <a:pt x="4971860" y="771811"/>
                    <a:pt x="4976813" y="766382"/>
                    <a:pt x="4980909" y="761333"/>
                  </a:cubicBezTo>
                  <a:cubicBezTo>
                    <a:pt x="4985862" y="755237"/>
                    <a:pt x="4988433" y="747141"/>
                    <a:pt x="4993862" y="741712"/>
                  </a:cubicBezTo>
                  <a:cubicBezTo>
                    <a:pt x="5007102" y="728186"/>
                    <a:pt x="5011198" y="713232"/>
                    <a:pt x="5006816" y="694754"/>
                  </a:cubicBezTo>
                  <a:cubicBezTo>
                    <a:pt x="5002911" y="678371"/>
                    <a:pt x="5013198" y="656463"/>
                    <a:pt x="5026724" y="653129"/>
                  </a:cubicBezTo>
                  <a:cubicBezTo>
                    <a:pt x="5041678" y="649414"/>
                    <a:pt x="5051965" y="640271"/>
                    <a:pt x="5062538" y="630079"/>
                  </a:cubicBezTo>
                  <a:cubicBezTo>
                    <a:pt x="5068443" y="624364"/>
                    <a:pt x="5076730" y="619411"/>
                    <a:pt x="5084731" y="617982"/>
                  </a:cubicBezTo>
                  <a:cubicBezTo>
                    <a:pt x="5115116" y="612458"/>
                    <a:pt x="5143786" y="619220"/>
                    <a:pt x="5172647" y="630174"/>
                  </a:cubicBezTo>
                  <a:cubicBezTo>
                    <a:pt x="5191506" y="637318"/>
                    <a:pt x="5212461" y="639223"/>
                    <a:pt x="5232654" y="642080"/>
                  </a:cubicBezTo>
                  <a:cubicBezTo>
                    <a:pt x="5238941" y="642937"/>
                    <a:pt x="5246942" y="641033"/>
                    <a:pt x="5252371" y="637508"/>
                  </a:cubicBezTo>
                  <a:cubicBezTo>
                    <a:pt x="5271421" y="625316"/>
                    <a:pt x="5290376" y="612743"/>
                    <a:pt x="5308092" y="598646"/>
                  </a:cubicBezTo>
                  <a:cubicBezTo>
                    <a:pt x="5324571" y="585407"/>
                    <a:pt x="5343144" y="579882"/>
                    <a:pt x="5363147" y="581311"/>
                  </a:cubicBezTo>
                  <a:cubicBezTo>
                    <a:pt x="5377720" y="582359"/>
                    <a:pt x="5390864" y="579977"/>
                    <a:pt x="5404580" y="576358"/>
                  </a:cubicBezTo>
                  <a:cubicBezTo>
                    <a:pt x="5416010" y="573310"/>
                    <a:pt x="5428583" y="571214"/>
                    <a:pt x="5440203" y="572548"/>
                  </a:cubicBezTo>
                  <a:cubicBezTo>
                    <a:pt x="5456491" y="574453"/>
                    <a:pt x="5469922" y="571691"/>
                    <a:pt x="5482971" y="561880"/>
                  </a:cubicBezTo>
                  <a:cubicBezTo>
                    <a:pt x="5489924" y="556641"/>
                    <a:pt x="5498878" y="553879"/>
                    <a:pt x="5507165" y="550259"/>
                  </a:cubicBezTo>
                  <a:cubicBezTo>
                    <a:pt x="5519928" y="544640"/>
                    <a:pt x="5533168" y="539877"/>
                    <a:pt x="5545645" y="533591"/>
                  </a:cubicBezTo>
                  <a:cubicBezTo>
                    <a:pt x="5559076" y="526923"/>
                    <a:pt x="5571363" y="517684"/>
                    <a:pt x="5585079" y="511969"/>
                  </a:cubicBezTo>
                  <a:cubicBezTo>
                    <a:pt x="5599843" y="505778"/>
                    <a:pt x="5609368" y="496348"/>
                    <a:pt x="5615368" y="481679"/>
                  </a:cubicBezTo>
                  <a:cubicBezTo>
                    <a:pt x="5619179" y="472440"/>
                    <a:pt x="5624417" y="462629"/>
                    <a:pt x="5631656" y="456152"/>
                  </a:cubicBezTo>
                  <a:cubicBezTo>
                    <a:pt x="5646611" y="442913"/>
                    <a:pt x="5664136" y="432625"/>
                    <a:pt x="5679377" y="419576"/>
                  </a:cubicBezTo>
                  <a:cubicBezTo>
                    <a:pt x="5700808" y="401288"/>
                    <a:pt x="5720620" y="381857"/>
                    <a:pt x="5722525" y="350615"/>
                  </a:cubicBezTo>
                  <a:cubicBezTo>
                    <a:pt x="5723572" y="333375"/>
                    <a:pt x="5732716" y="326041"/>
                    <a:pt x="5749576" y="321945"/>
                  </a:cubicBezTo>
                  <a:cubicBezTo>
                    <a:pt x="5755195" y="320612"/>
                    <a:pt x="5763197" y="318040"/>
                    <a:pt x="5764911" y="313849"/>
                  </a:cubicBezTo>
                  <a:cubicBezTo>
                    <a:pt x="5770054" y="301371"/>
                    <a:pt x="5780722" y="298895"/>
                    <a:pt x="5791009" y="293942"/>
                  </a:cubicBezTo>
                  <a:cubicBezTo>
                    <a:pt x="5797201" y="290989"/>
                    <a:pt x="5804821" y="285179"/>
                    <a:pt x="5806440" y="279178"/>
                  </a:cubicBezTo>
                  <a:cubicBezTo>
                    <a:pt x="5813107" y="254889"/>
                    <a:pt x="5831395" y="240602"/>
                    <a:pt x="5848636" y="224885"/>
                  </a:cubicBezTo>
                  <a:cubicBezTo>
                    <a:pt x="5853684" y="220218"/>
                    <a:pt x="5859113" y="214884"/>
                    <a:pt x="5861590" y="208788"/>
                  </a:cubicBezTo>
                  <a:cubicBezTo>
                    <a:pt x="5866829" y="195643"/>
                    <a:pt x="5874639" y="186118"/>
                    <a:pt x="5888355" y="181166"/>
                  </a:cubicBezTo>
                  <a:cubicBezTo>
                    <a:pt x="5892736" y="179642"/>
                    <a:pt x="5896737" y="176117"/>
                    <a:pt x="5900071" y="172784"/>
                  </a:cubicBezTo>
                  <a:cubicBezTo>
                    <a:pt x="5907215" y="165545"/>
                    <a:pt x="5913215" y="157067"/>
                    <a:pt x="5920740" y="150305"/>
                  </a:cubicBezTo>
                  <a:cubicBezTo>
                    <a:pt x="5939885" y="132874"/>
                    <a:pt x="5958840" y="115729"/>
                    <a:pt x="5969985" y="91345"/>
                  </a:cubicBezTo>
                  <a:cubicBezTo>
                    <a:pt x="5975413" y="79439"/>
                    <a:pt x="5981605" y="66485"/>
                    <a:pt x="5991130" y="58293"/>
                  </a:cubicBezTo>
                  <a:cubicBezTo>
                    <a:pt x="6003227" y="47911"/>
                    <a:pt x="6019133" y="42005"/>
                    <a:pt x="6033325" y="33909"/>
                  </a:cubicBezTo>
                  <a:cubicBezTo>
                    <a:pt x="6040469" y="29813"/>
                    <a:pt x="6047137" y="24860"/>
                    <a:pt x="6054376" y="20955"/>
                  </a:cubicBezTo>
                  <a:cubicBezTo>
                    <a:pt x="6067234" y="14097"/>
                    <a:pt x="6080379" y="7715"/>
                    <a:pt x="60955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9953252-97DE-4766-B2F6-E4FDA2FDA6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6" y="-3923157"/>
              <a:ext cx="10667524" cy="2493728"/>
            </a:xfrm>
            <a:custGeom>
              <a:avLst/>
              <a:gdLst>
                <a:gd name="connsiteX0" fmla="*/ 6095524 w 6095524"/>
                <a:gd name="connsiteY0" fmla="*/ 0 h 1424940"/>
                <a:gd name="connsiteX1" fmla="*/ 6095524 w 6095524"/>
                <a:gd name="connsiteY1" fmla="*/ 17431 h 1424940"/>
                <a:gd name="connsiteX2" fmla="*/ 6095524 w 6095524"/>
                <a:gd name="connsiteY2" fmla="*/ 216290 h 1424940"/>
                <a:gd name="connsiteX3" fmla="*/ 6079998 w 6095524"/>
                <a:gd name="connsiteY3" fmla="*/ 230600 h 1424940"/>
                <a:gd name="connsiteX4" fmla="*/ 6012751 w 6095524"/>
                <a:gd name="connsiteY4" fmla="*/ 260699 h 1424940"/>
                <a:gd name="connsiteX5" fmla="*/ 5992749 w 6095524"/>
                <a:gd name="connsiteY5" fmla="*/ 268700 h 1424940"/>
                <a:gd name="connsiteX6" fmla="*/ 5910358 w 6095524"/>
                <a:gd name="connsiteY6" fmla="*/ 320231 h 1424940"/>
                <a:gd name="connsiteX7" fmla="*/ 5835777 w 6095524"/>
                <a:gd name="connsiteY7" fmla="*/ 383953 h 1424940"/>
                <a:gd name="connsiteX8" fmla="*/ 5781008 w 6095524"/>
                <a:gd name="connsiteY8" fmla="*/ 459581 h 1424940"/>
                <a:gd name="connsiteX9" fmla="*/ 5765673 w 6095524"/>
                <a:gd name="connsiteY9" fmla="*/ 477584 h 1424940"/>
                <a:gd name="connsiteX10" fmla="*/ 5723763 w 6095524"/>
                <a:gd name="connsiteY10" fmla="*/ 500158 h 1424940"/>
                <a:gd name="connsiteX11" fmla="*/ 5686711 w 6095524"/>
                <a:gd name="connsiteY11" fmla="*/ 517112 h 1424940"/>
                <a:gd name="connsiteX12" fmla="*/ 5659850 w 6095524"/>
                <a:gd name="connsiteY12" fmla="*/ 535877 h 1424940"/>
                <a:gd name="connsiteX13" fmla="*/ 5637181 w 6095524"/>
                <a:gd name="connsiteY13" fmla="*/ 553117 h 1424940"/>
                <a:gd name="connsiteX14" fmla="*/ 5585841 w 6095524"/>
                <a:gd name="connsiteY14" fmla="*/ 597694 h 1424940"/>
                <a:gd name="connsiteX15" fmla="*/ 5528977 w 6095524"/>
                <a:gd name="connsiteY15" fmla="*/ 635318 h 1424940"/>
                <a:gd name="connsiteX16" fmla="*/ 5483256 w 6095524"/>
                <a:gd name="connsiteY16" fmla="*/ 681419 h 1424940"/>
                <a:gd name="connsiteX17" fmla="*/ 5464397 w 6095524"/>
                <a:gd name="connsiteY17" fmla="*/ 706374 h 1424940"/>
                <a:gd name="connsiteX18" fmla="*/ 5424773 w 6095524"/>
                <a:gd name="connsiteY18" fmla="*/ 723424 h 1424940"/>
                <a:gd name="connsiteX19" fmla="*/ 5381815 w 6095524"/>
                <a:gd name="connsiteY19" fmla="*/ 750094 h 1424940"/>
                <a:gd name="connsiteX20" fmla="*/ 5351335 w 6095524"/>
                <a:gd name="connsiteY20" fmla="*/ 776573 h 1424940"/>
                <a:gd name="connsiteX21" fmla="*/ 5327809 w 6095524"/>
                <a:gd name="connsiteY21" fmla="*/ 794290 h 1424940"/>
                <a:gd name="connsiteX22" fmla="*/ 5294566 w 6095524"/>
                <a:gd name="connsiteY22" fmla="*/ 812102 h 1424940"/>
                <a:gd name="connsiteX23" fmla="*/ 5261229 w 6095524"/>
                <a:gd name="connsiteY23" fmla="*/ 835438 h 1424940"/>
                <a:gd name="connsiteX24" fmla="*/ 5245037 w 6095524"/>
                <a:gd name="connsiteY24" fmla="*/ 849821 h 1424940"/>
                <a:gd name="connsiteX25" fmla="*/ 5213699 w 6095524"/>
                <a:gd name="connsiteY25" fmla="*/ 873728 h 1424940"/>
                <a:gd name="connsiteX26" fmla="*/ 5181409 w 6095524"/>
                <a:gd name="connsiteY26" fmla="*/ 896017 h 1424940"/>
                <a:gd name="connsiteX27" fmla="*/ 5120735 w 6095524"/>
                <a:gd name="connsiteY27" fmla="*/ 921544 h 1424940"/>
                <a:gd name="connsiteX28" fmla="*/ 5065490 w 6095524"/>
                <a:gd name="connsiteY28" fmla="*/ 959072 h 1424940"/>
                <a:gd name="connsiteX29" fmla="*/ 5021675 w 6095524"/>
                <a:gd name="connsiteY29" fmla="*/ 986504 h 1424940"/>
                <a:gd name="connsiteX30" fmla="*/ 4996148 w 6095524"/>
                <a:gd name="connsiteY30" fmla="*/ 1004507 h 1424940"/>
                <a:gd name="connsiteX31" fmla="*/ 4949285 w 6095524"/>
                <a:gd name="connsiteY31" fmla="*/ 1044702 h 1424940"/>
                <a:gd name="connsiteX32" fmla="*/ 4876609 w 6095524"/>
                <a:gd name="connsiteY32" fmla="*/ 1086993 h 1424940"/>
                <a:gd name="connsiteX33" fmla="*/ 4832699 w 6095524"/>
                <a:gd name="connsiteY33" fmla="*/ 1109853 h 1424940"/>
                <a:gd name="connsiteX34" fmla="*/ 4738211 w 6095524"/>
                <a:gd name="connsiteY34" fmla="*/ 1144334 h 1424940"/>
                <a:gd name="connsiteX35" fmla="*/ 4707731 w 6095524"/>
                <a:gd name="connsiteY35" fmla="*/ 1156621 h 1424940"/>
                <a:gd name="connsiteX36" fmla="*/ 4672870 w 6095524"/>
                <a:gd name="connsiteY36" fmla="*/ 1164717 h 1424940"/>
                <a:gd name="connsiteX37" fmla="*/ 4616863 w 6095524"/>
                <a:gd name="connsiteY37" fmla="*/ 1183862 h 1424940"/>
                <a:gd name="connsiteX38" fmla="*/ 4507516 w 6095524"/>
                <a:gd name="connsiteY38" fmla="*/ 1216819 h 1424940"/>
                <a:gd name="connsiteX39" fmla="*/ 4483513 w 6095524"/>
                <a:gd name="connsiteY39" fmla="*/ 1221867 h 1424940"/>
                <a:gd name="connsiteX40" fmla="*/ 4422362 w 6095524"/>
                <a:gd name="connsiteY40" fmla="*/ 1243108 h 1424940"/>
                <a:gd name="connsiteX41" fmla="*/ 4385691 w 6095524"/>
                <a:gd name="connsiteY41" fmla="*/ 1257395 h 1424940"/>
                <a:gd name="connsiteX42" fmla="*/ 4355306 w 6095524"/>
                <a:gd name="connsiteY42" fmla="*/ 1265587 h 1424940"/>
                <a:gd name="connsiteX43" fmla="*/ 4328446 w 6095524"/>
                <a:gd name="connsiteY43" fmla="*/ 1269397 h 1424940"/>
                <a:gd name="connsiteX44" fmla="*/ 4257770 w 6095524"/>
                <a:gd name="connsiteY44" fmla="*/ 1288256 h 1424940"/>
                <a:gd name="connsiteX45" fmla="*/ 4229576 w 6095524"/>
                <a:gd name="connsiteY45" fmla="*/ 1295686 h 1424940"/>
                <a:gd name="connsiteX46" fmla="*/ 4156424 w 6095524"/>
                <a:gd name="connsiteY46" fmla="*/ 1321213 h 1424940"/>
                <a:gd name="connsiteX47" fmla="*/ 4094416 w 6095524"/>
                <a:gd name="connsiteY47" fmla="*/ 1338072 h 1424940"/>
                <a:gd name="connsiteX48" fmla="*/ 4068509 w 6095524"/>
                <a:gd name="connsiteY48" fmla="*/ 1346168 h 1424940"/>
                <a:gd name="connsiteX49" fmla="*/ 4009263 w 6095524"/>
                <a:gd name="connsiteY49" fmla="*/ 1359694 h 1424940"/>
                <a:gd name="connsiteX50" fmla="*/ 3975735 w 6095524"/>
                <a:gd name="connsiteY50" fmla="*/ 1369219 h 1424940"/>
                <a:gd name="connsiteX51" fmla="*/ 3893915 w 6095524"/>
                <a:gd name="connsiteY51" fmla="*/ 1379982 h 1424940"/>
                <a:gd name="connsiteX52" fmla="*/ 3809428 w 6095524"/>
                <a:gd name="connsiteY52" fmla="*/ 1390364 h 1424940"/>
                <a:gd name="connsiteX53" fmla="*/ 3763042 w 6095524"/>
                <a:gd name="connsiteY53" fmla="*/ 1393793 h 1424940"/>
                <a:gd name="connsiteX54" fmla="*/ 3722561 w 6095524"/>
                <a:gd name="connsiteY54" fmla="*/ 1399223 h 1424940"/>
                <a:gd name="connsiteX55" fmla="*/ 3687318 w 6095524"/>
                <a:gd name="connsiteY55" fmla="*/ 1402652 h 1424940"/>
                <a:gd name="connsiteX56" fmla="*/ 3631216 w 6095524"/>
                <a:gd name="connsiteY56" fmla="*/ 1409605 h 1424940"/>
                <a:gd name="connsiteX57" fmla="*/ 3607880 w 6095524"/>
                <a:gd name="connsiteY57" fmla="*/ 1411415 h 1424940"/>
                <a:gd name="connsiteX58" fmla="*/ 3552825 w 6095524"/>
                <a:gd name="connsiteY58" fmla="*/ 1411319 h 1424940"/>
                <a:gd name="connsiteX59" fmla="*/ 3533680 w 6095524"/>
                <a:gd name="connsiteY59" fmla="*/ 1410367 h 1424940"/>
                <a:gd name="connsiteX60" fmla="*/ 3496818 w 6095524"/>
                <a:gd name="connsiteY60" fmla="*/ 1398556 h 1424940"/>
                <a:gd name="connsiteX61" fmla="*/ 3492437 w 6095524"/>
                <a:gd name="connsiteY61" fmla="*/ 1397699 h 1424940"/>
                <a:gd name="connsiteX62" fmla="*/ 3468243 w 6095524"/>
                <a:gd name="connsiteY62" fmla="*/ 1393031 h 1424940"/>
                <a:gd name="connsiteX63" fmla="*/ 3455003 w 6095524"/>
                <a:gd name="connsiteY63" fmla="*/ 1391507 h 1424940"/>
                <a:gd name="connsiteX64" fmla="*/ 3404711 w 6095524"/>
                <a:gd name="connsiteY64" fmla="*/ 1381792 h 1424940"/>
                <a:gd name="connsiteX65" fmla="*/ 3375756 w 6095524"/>
                <a:gd name="connsiteY65" fmla="*/ 1377220 h 1424940"/>
                <a:gd name="connsiteX66" fmla="*/ 3352324 w 6095524"/>
                <a:gd name="connsiteY66" fmla="*/ 1377887 h 1424940"/>
                <a:gd name="connsiteX67" fmla="*/ 3311176 w 6095524"/>
                <a:gd name="connsiteY67" fmla="*/ 1378744 h 1424940"/>
                <a:gd name="connsiteX68" fmla="*/ 3298031 w 6095524"/>
                <a:gd name="connsiteY68" fmla="*/ 1380935 h 1424940"/>
                <a:gd name="connsiteX69" fmla="*/ 3238595 w 6095524"/>
                <a:gd name="connsiteY69" fmla="*/ 1374648 h 1424940"/>
                <a:gd name="connsiteX70" fmla="*/ 3204686 w 6095524"/>
                <a:gd name="connsiteY70" fmla="*/ 1374172 h 1424940"/>
                <a:gd name="connsiteX71" fmla="*/ 3166491 w 6095524"/>
                <a:gd name="connsiteY71" fmla="*/ 1366361 h 1424940"/>
                <a:gd name="connsiteX72" fmla="*/ 3155347 w 6095524"/>
                <a:gd name="connsiteY72" fmla="*/ 1366742 h 1424940"/>
                <a:gd name="connsiteX73" fmla="*/ 3142869 w 6095524"/>
                <a:gd name="connsiteY73" fmla="*/ 1367409 h 1424940"/>
                <a:gd name="connsiteX74" fmla="*/ 3104578 w 6095524"/>
                <a:gd name="connsiteY74" fmla="*/ 1367981 h 1424940"/>
                <a:gd name="connsiteX75" fmla="*/ 3081337 w 6095524"/>
                <a:gd name="connsiteY75" fmla="*/ 1370838 h 1424940"/>
                <a:gd name="connsiteX76" fmla="*/ 3037047 w 6095524"/>
                <a:gd name="connsiteY76" fmla="*/ 1369124 h 1424940"/>
                <a:gd name="connsiteX77" fmla="*/ 3020663 w 6095524"/>
                <a:gd name="connsiteY77" fmla="*/ 1371600 h 1424940"/>
                <a:gd name="connsiteX78" fmla="*/ 2979230 w 6095524"/>
                <a:gd name="connsiteY78" fmla="*/ 1371886 h 1424940"/>
                <a:gd name="connsiteX79" fmla="*/ 2942082 w 6095524"/>
                <a:gd name="connsiteY79" fmla="*/ 1370457 h 1424940"/>
                <a:gd name="connsiteX80" fmla="*/ 2906268 w 6095524"/>
                <a:gd name="connsiteY80" fmla="*/ 1371219 h 1424940"/>
                <a:gd name="connsiteX81" fmla="*/ 2880646 w 6095524"/>
                <a:gd name="connsiteY81" fmla="*/ 1374362 h 1424940"/>
                <a:gd name="connsiteX82" fmla="*/ 2852833 w 6095524"/>
                <a:gd name="connsiteY82" fmla="*/ 1376267 h 1424940"/>
                <a:gd name="connsiteX83" fmla="*/ 2776157 w 6095524"/>
                <a:gd name="connsiteY83" fmla="*/ 1387602 h 1424940"/>
                <a:gd name="connsiteX84" fmla="*/ 2761965 w 6095524"/>
                <a:gd name="connsiteY84" fmla="*/ 1384840 h 1424940"/>
                <a:gd name="connsiteX85" fmla="*/ 2681383 w 6095524"/>
                <a:gd name="connsiteY85" fmla="*/ 1382268 h 1424940"/>
                <a:gd name="connsiteX86" fmla="*/ 2663857 w 6095524"/>
                <a:gd name="connsiteY86" fmla="*/ 1382459 h 1424940"/>
                <a:gd name="connsiteX87" fmla="*/ 2616803 w 6095524"/>
                <a:gd name="connsiteY87" fmla="*/ 1371219 h 1424940"/>
                <a:gd name="connsiteX88" fmla="*/ 2544223 w 6095524"/>
                <a:gd name="connsiteY88" fmla="*/ 1389031 h 1424940"/>
                <a:gd name="connsiteX89" fmla="*/ 2476309 w 6095524"/>
                <a:gd name="connsiteY89" fmla="*/ 1411319 h 1424940"/>
                <a:gd name="connsiteX90" fmla="*/ 2467737 w 6095524"/>
                <a:gd name="connsiteY90" fmla="*/ 1414177 h 1424940"/>
                <a:gd name="connsiteX91" fmla="*/ 2443353 w 6095524"/>
                <a:gd name="connsiteY91" fmla="*/ 1419035 h 1424940"/>
                <a:gd name="connsiteX92" fmla="*/ 2413159 w 6095524"/>
                <a:gd name="connsiteY92" fmla="*/ 1420749 h 1424940"/>
                <a:gd name="connsiteX93" fmla="*/ 2374868 w 6095524"/>
                <a:gd name="connsiteY93" fmla="*/ 1424940 h 1424940"/>
                <a:gd name="connsiteX94" fmla="*/ 2344198 w 6095524"/>
                <a:gd name="connsiteY94" fmla="*/ 1419701 h 1424940"/>
                <a:gd name="connsiteX95" fmla="*/ 2301335 w 6095524"/>
                <a:gd name="connsiteY95" fmla="*/ 1411891 h 1424940"/>
                <a:gd name="connsiteX96" fmla="*/ 2260949 w 6095524"/>
                <a:gd name="connsiteY96" fmla="*/ 1404461 h 1424940"/>
                <a:gd name="connsiteX97" fmla="*/ 2248186 w 6095524"/>
                <a:gd name="connsiteY97" fmla="*/ 1413224 h 1424940"/>
                <a:gd name="connsiteX98" fmla="*/ 2228469 w 6095524"/>
                <a:gd name="connsiteY98" fmla="*/ 1420844 h 1424940"/>
                <a:gd name="connsiteX99" fmla="*/ 2206562 w 6095524"/>
                <a:gd name="connsiteY99" fmla="*/ 1411700 h 1424940"/>
                <a:gd name="connsiteX100" fmla="*/ 2155317 w 6095524"/>
                <a:gd name="connsiteY100" fmla="*/ 1392746 h 1424940"/>
                <a:gd name="connsiteX101" fmla="*/ 2122932 w 6095524"/>
                <a:gd name="connsiteY101" fmla="*/ 1391888 h 1424940"/>
                <a:gd name="connsiteX102" fmla="*/ 2052542 w 6095524"/>
                <a:gd name="connsiteY102" fmla="*/ 1383792 h 1424940"/>
                <a:gd name="connsiteX103" fmla="*/ 2006537 w 6095524"/>
                <a:gd name="connsiteY103" fmla="*/ 1372267 h 1424940"/>
                <a:gd name="connsiteX104" fmla="*/ 1973486 w 6095524"/>
                <a:gd name="connsiteY104" fmla="*/ 1359218 h 1424940"/>
                <a:gd name="connsiteX105" fmla="*/ 1926146 w 6095524"/>
                <a:gd name="connsiteY105" fmla="*/ 1342168 h 1424940"/>
                <a:gd name="connsiteX106" fmla="*/ 1878616 w 6095524"/>
                <a:gd name="connsiteY106" fmla="*/ 1333310 h 1424940"/>
                <a:gd name="connsiteX107" fmla="*/ 1844231 w 6095524"/>
                <a:gd name="connsiteY107" fmla="*/ 1322165 h 1424940"/>
                <a:gd name="connsiteX108" fmla="*/ 1802225 w 6095524"/>
                <a:gd name="connsiteY108" fmla="*/ 1314545 h 1424940"/>
                <a:gd name="connsiteX109" fmla="*/ 1766983 w 6095524"/>
                <a:gd name="connsiteY109" fmla="*/ 1314260 h 1424940"/>
                <a:gd name="connsiteX110" fmla="*/ 1711738 w 6095524"/>
                <a:gd name="connsiteY110" fmla="*/ 1315593 h 1424940"/>
                <a:gd name="connsiteX111" fmla="*/ 1644111 w 6095524"/>
                <a:gd name="connsiteY111" fmla="*/ 1292543 h 1424940"/>
                <a:gd name="connsiteX112" fmla="*/ 1616774 w 6095524"/>
                <a:gd name="connsiteY112" fmla="*/ 1287399 h 1424940"/>
                <a:gd name="connsiteX113" fmla="*/ 1591056 w 6095524"/>
                <a:gd name="connsiteY113" fmla="*/ 1285018 h 1424940"/>
                <a:gd name="connsiteX114" fmla="*/ 1536478 w 6095524"/>
                <a:gd name="connsiteY114" fmla="*/ 1269683 h 1424940"/>
                <a:gd name="connsiteX115" fmla="*/ 1514285 w 6095524"/>
                <a:gd name="connsiteY115" fmla="*/ 1264634 h 1424940"/>
                <a:gd name="connsiteX116" fmla="*/ 1483233 w 6095524"/>
                <a:gd name="connsiteY116" fmla="*/ 1264730 h 1424940"/>
                <a:gd name="connsiteX117" fmla="*/ 1426750 w 6095524"/>
                <a:gd name="connsiteY117" fmla="*/ 1257681 h 1424940"/>
                <a:gd name="connsiteX118" fmla="*/ 1370362 w 6095524"/>
                <a:gd name="connsiteY118" fmla="*/ 1237107 h 1424940"/>
                <a:gd name="connsiteX119" fmla="*/ 1346454 w 6095524"/>
                <a:gd name="connsiteY119" fmla="*/ 1239107 h 1424940"/>
                <a:gd name="connsiteX120" fmla="*/ 1337882 w 6095524"/>
                <a:gd name="connsiteY120" fmla="*/ 1238631 h 1424940"/>
                <a:gd name="connsiteX121" fmla="*/ 1260825 w 6095524"/>
                <a:gd name="connsiteY121" fmla="*/ 1227296 h 1424940"/>
                <a:gd name="connsiteX122" fmla="*/ 1253109 w 6095524"/>
                <a:gd name="connsiteY122" fmla="*/ 1226058 h 1424940"/>
                <a:gd name="connsiteX123" fmla="*/ 1216915 w 6095524"/>
                <a:gd name="connsiteY123" fmla="*/ 1215962 h 1424940"/>
                <a:gd name="connsiteX124" fmla="*/ 1125664 w 6095524"/>
                <a:gd name="connsiteY124" fmla="*/ 1209675 h 1424940"/>
                <a:gd name="connsiteX125" fmla="*/ 1120045 w 6095524"/>
                <a:gd name="connsiteY125" fmla="*/ 1208913 h 1424940"/>
                <a:gd name="connsiteX126" fmla="*/ 1089469 w 6095524"/>
                <a:gd name="connsiteY126" fmla="*/ 1213961 h 1424940"/>
                <a:gd name="connsiteX127" fmla="*/ 1074325 w 6095524"/>
                <a:gd name="connsiteY127" fmla="*/ 1221105 h 1424940"/>
                <a:gd name="connsiteX128" fmla="*/ 1050703 w 6095524"/>
                <a:gd name="connsiteY128" fmla="*/ 1228535 h 1424940"/>
                <a:gd name="connsiteX129" fmla="*/ 1026700 w 6095524"/>
                <a:gd name="connsiteY129" fmla="*/ 1231297 h 1424940"/>
                <a:gd name="connsiteX130" fmla="*/ 986409 w 6095524"/>
                <a:gd name="connsiteY130" fmla="*/ 1220057 h 1424940"/>
                <a:gd name="connsiteX131" fmla="*/ 971741 w 6095524"/>
                <a:gd name="connsiteY131" fmla="*/ 1218914 h 1424940"/>
                <a:gd name="connsiteX132" fmla="*/ 939070 w 6095524"/>
                <a:gd name="connsiteY132" fmla="*/ 1213485 h 1424940"/>
                <a:gd name="connsiteX133" fmla="*/ 910495 w 6095524"/>
                <a:gd name="connsiteY133" fmla="*/ 1213866 h 1424940"/>
                <a:gd name="connsiteX134" fmla="*/ 887540 w 6095524"/>
                <a:gd name="connsiteY134" fmla="*/ 1222534 h 1424940"/>
                <a:gd name="connsiteX135" fmla="*/ 854202 w 6095524"/>
                <a:gd name="connsiteY135" fmla="*/ 1224248 h 1424940"/>
                <a:gd name="connsiteX136" fmla="*/ 832675 w 6095524"/>
                <a:gd name="connsiteY136" fmla="*/ 1217962 h 1424940"/>
                <a:gd name="connsiteX137" fmla="*/ 828294 w 6095524"/>
                <a:gd name="connsiteY137" fmla="*/ 1217105 h 1424940"/>
                <a:gd name="connsiteX138" fmla="*/ 772001 w 6095524"/>
                <a:gd name="connsiteY138" fmla="*/ 1216723 h 1424940"/>
                <a:gd name="connsiteX139" fmla="*/ 701707 w 6095524"/>
                <a:gd name="connsiteY139" fmla="*/ 1235678 h 1424940"/>
                <a:gd name="connsiteX140" fmla="*/ 690086 w 6095524"/>
                <a:gd name="connsiteY140" fmla="*/ 1239679 h 1424940"/>
                <a:gd name="connsiteX141" fmla="*/ 633412 w 6095524"/>
                <a:gd name="connsiteY141" fmla="*/ 1246632 h 1424940"/>
                <a:gd name="connsiteX142" fmla="*/ 603028 w 6095524"/>
                <a:gd name="connsiteY142" fmla="*/ 1253681 h 1424940"/>
                <a:gd name="connsiteX143" fmla="*/ 581120 w 6095524"/>
                <a:gd name="connsiteY143" fmla="*/ 1254062 h 1424940"/>
                <a:gd name="connsiteX144" fmla="*/ 554642 w 6095524"/>
                <a:gd name="connsiteY144" fmla="*/ 1266539 h 1424940"/>
                <a:gd name="connsiteX145" fmla="*/ 545973 w 6095524"/>
                <a:gd name="connsiteY145" fmla="*/ 1271969 h 1424940"/>
                <a:gd name="connsiteX146" fmla="*/ 535591 w 6095524"/>
                <a:gd name="connsiteY146" fmla="*/ 1275207 h 1424940"/>
                <a:gd name="connsiteX147" fmla="*/ 488538 w 6095524"/>
                <a:gd name="connsiteY147" fmla="*/ 1285494 h 1424940"/>
                <a:gd name="connsiteX148" fmla="*/ 480155 w 6095524"/>
                <a:gd name="connsiteY148" fmla="*/ 1291304 h 1424940"/>
                <a:gd name="connsiteX149" fmla="*/ 474535 w 6095524"/>
                <a:gd name="connsiteY149" fmla="*/ 1294924 h 1424940"/>
                <a:gd name="connsiteX150" fmla="*/ 428816 w 6095524"/>
                <a:gd name="connsiteY150" fmla="*/ 1301020 h 1424940"/>
                <a:gd name="connsiteX151" fmla="*/ 400241 w 6095524"/>
                <a:gd name="connsiteY151" fmla="*/ 1318260 h 1424940"/>
                <a:gd name="connsiteX152" fmla="*/ 392431 w 6095524"/>
                <a:gd name="connsiteY152" fmla="*/ 1325594 h 1424940"/>
                <a:gd name="connsiteX153" fmla="*/ 365093 w 6095524"/>
                <a:gd name="connsiteY153" fmla="*/ 1336643 h 1424940"/>
                <a:gd name="connsiteX154" fmla="*/ 273177 w 6095524"/>
                <a:gd name="connsiteY154" fmla="*/ 1357884 h 1424940"/>
                <a:gd name="connsiteX155" fmla="*/ 246888 w 6095524"/>
                <a:gd name="connsiteY155" fmla="*/ 1350359 h 1424940"/>
                <a:gd name="connsiteX156" fmla="*/ 196977 w 6095524"/>
                <a:gd name="connsiteY156" fmla="*/ 1370552 h 1424940"/>
                <a:gd name="connsiteX157" fmla="*/ 153352 w 6095524"/>
                <a:gd name="connsiteY157" fmla="*/ 1381982 h 1424940"/>
                <a:gd name="connsiteX158" fmla="*/ 137160 w 6095524"/>
                <a:gd name="connsiteY158" fmla="*/ 1384745 h 1424940"/>
                <a:gd name="connsiteX159" fmla="*/ 85917 w 6095524"/>
                <a:gd name="connsiteY159" fmla="*/ 1389793 h 1424940"/>
                <a:gd name="connsiteX160" fmla="*/ 59532 w 6095524"/>
                <a:gd name="connsiteY160" fmla="*/ 1401223 h 1424940"/>
                <a:gd name="connsiteX161" fmla="*/ 30325 w 6095524"/>
                <a:gd name="connsiteY161" fmla="*/ 1409974 h 1424940"/>
                <a:gd name="connsiteX162" fmla="*/ 0 w 6095524"/>
                <a:gd name="connsiteY162" fmla="*/ 1412360 h 1424940"/>
                <a:gd name="connsiteX163" fmla="*/ 0 w 6095524"/>
                <a:gd name="connsiteY163" fmla="*/ 1058622 h 1424940"/>
                <a:gd name="connsiteX164" fmla="*/ 17145 w 6095524"/>
                <a:gd name="connsiteY164" fmla="*/ 1060228 h 1424940"/>
                <a:gd name="connsiteX165" fmla="*/ 44672 w 6095524"/>
                <a:gd name="connsiteY165" fmla="*/ 1066324 h 1424940"/>
                <a:gd name="connsiteX166" fmla="*/ 84677 w 6095524"/>
                <a:gd name="connsiteY166" fmla="*/ 1076230 h 1424940"/>
                <a:gd name="connsiteX167" fmla="*/ 132017 w 6095524"/>
                <a:gd name="connsiteY167" fmla="*/ 1064990 h 1424940"/>
                <a:gd name="connsiteX168" fmla="*/ 136779 w 6095524"/>
                <a:gd name="connsiteY168" fmla="*/ 1060323 h 1424940"/>
                <a:gd name="connsiteX169" fmla="*/ 187547 w 6095524"/>
                <a:gd name="connsiteY169" fmla="*/ 1049179 h 1424940"/>
                <a:gd name="connsiteX170" fmla="*/ 270891 w 6095524"/>
                <a:gd name="connsiteY170" fmla="*/ 1036415 h 1424940"/>
                <a:gd name="connsiteX171" fmla="*/ 276320 w 6095524"/>
                <a:gd name="connsiteY171" fmla="*/ 1035558 h 1424940"/>
                <a:gd name="connsiteX172" fmla="*/ 323755 w 6095524"/>
                <a:gd name="connsiteY172" fmla="*/ 1061561 h 1424940"/>
                <a:gd name="connsiteX173" fmla="*/ 361855 w 6095524"/>
                <a:gd name="connsiteY173" fmla="*/ 1057942 h 1424940"/>
                <a:gd name="connsiteX174" fmla="*/ 379571 w 6095524"/>
                <a:gd name="connsiteY174" fmla="*/ 1039939 h 1424940"/>
                <a:gd name="connsiteX175" fmla="*/ 430530 w 6095524"/>
                <a:gd name="connsiteY175" fmla="*/ 1025747 h 1424940"/>
                <a:gd name="connsiteX176" fmla="*/ 493300 w 6095524"/>
                <a:gd name="connsiteY176" fmla="*/ 1027176 h 1424940"/>
                <a:gd name="connsiteX177" fmla="*/ 537782 w 6095524"/>
                <a:gd name="connsiteY177" fmla="*/ 1025366 h 1424940"/>
                <a:gd name="connsiteX178" fmla="*/ 562166 w 6095524"/>
                <a:gd name="connsiteY178" fmla="*/ 1015746 h 1424940"/>
                <a:gd name="connsiteX179" fmla="*/ 579596 w 6095524"/>
                <a:gd name="connsiteY179" fmla="*/ 1016699 h 1424940"/>
                <a:gd name="connsiteX180" fmla="*/ 612362 w 6095524"/>
                <a:gd name="connsiteY180" fmla="*/ 1023557 h 1424940"/>
                <a:gd name="connsiteX181" fmla="*/ 716090 w 6095524"/>
                <a:gd name="connsiteY181" fmla="*/ 1031653 h 1424940"/>
                <a:gd name="connsiteX182" fmla="*/ 758381 w 6095524"/>
                <a:gd name="connsiteY182" fmla="*/ 1018985 h 1424940"/>
                <a:gd name="connsiteX183" fmla="*/ 771049 w 6095524"/>
                <a:gd name="connsiteY183" fmla="*/ 1018699 h 1424940"/>
                <a:gd name="connsiteX184" fmla="*/ 799433 w 6095524"/>
                <a:gd name="connsiteY184" fmla="*/ 1023652 h 1424940"/>
                <a:gd name="connsiteX185" fmla="*/ 858012 w 6095524"/>
                <a:gd name="connsiteY185" fmla="*/ 1020318 h 1424940"/>
                <a:gd name="connsiteX186" fmla="*/ 879634 w 6095524"/>
                <a:gd name="connsiteY186" fmla="*/ 1015270 h 1424940"/>
                <a:gd name="connsiteX187" fmla="*/ 891635 w 6095524"/>
                <a:gd name="connsiteY187" fmla="*/ 1012031 h 1424940"/>
                <a:gd name="connsiteX188" fmla="*/ 953262 w 6095524"/>
                <a:gd name="connsiteY188" fmla="*/ 1003078 h 1424940"/>
                <a:gd name="connsiteX189" fmla="*/ 980694 w 6095524"/>
                <a:gd name="connsiteY189" fmla="*/ 993458 h 1424940"/>
                <a:gd name="connsiteX190" fmla="*/ 988124 w 6095524"/>
                <a:gd name="connsiteY190" fmla="*/ 992029 h 1424940"/>
                <a:gd name="connsiteX191" fmla="*/ 1028795 w 6095524"/>
                <a:gd name="connsiteY191" fmla="*/ 996029 h 1424940"/>
                <a:gd name="connsiteX192" fmla="*/ 1059275 w 6095524"/>
                <a:gd name="connsiteY192" fmla="*/ 1011555 h 1424940"/>
                <a:gd name="connsiteX193" fmla="*/ 1065181 w 6095524"/>
                <a:gd name="connsiteY193" fmla="*/ 1016794 h 1424940"/>
                <a:gd name="connsiteX194" fmla="*/ 1150144 w 6095524"/>
                <a:gd name="connsiteY194" fmla="*/ 1014984 h 1424940"/>
                <a:gd name="connsiteX195" fmla="*/ 1163193 w 6095524"/>
                <a:gd name="connsiteY195" fmla="*/ 1012793 h 1424940"/>
                <a:gd name="connsiteX196" fmla="*/ 1226249 w 6095524"/>
                <a:gd name="connsiteY196" fmla="*/ 1021937 h 1424940"/>
                <a:gd name="connsiteX197" fmla="*/ 1244632 w 6095524"/>
                <a:gd name="connsiteY197" fmla="*/ 1023747 h 1424940"/>
                <a:gd name="connsiteX198" fmla="*/ 1310545 w 6095524"/>
                <a:gd name="connsiteY198" fmla="*/ 1031939 h 1424940"/>
                <a:gd name="connsiteX199" fmla="*/ 1319879 w 6095524"/>
                <a:gd name="connsiteY199" fmla="*/ 1024319 h 1424940"/>
                <a:gd name="connsiteX200" fmla="*/ 1346740 w 6095524"/>
                <a:gd name="connsiteY200" fmla="*/ 1005173 h 1424940"/>
                <a:gd name="connsiteX201" fmla="*/ 1399699 w 6095524"/>
                <a:gd name="connsiteY201" fmla="*/ 988219 h 1424940"/>
                <a:gd name="connsiteX202" fmla="*/ 1414082 w 6095524"/>
                <a:gd name="connsiteY202" fmla="*/ 989171 h 1424940"/>
                <a:gd name="connsiteX203" fmla="*/ 1450467 w 6095524"/>
                <a:gd name="connsiteY203" fmla="*/ 1017461 h 1424940"/>
                <a:gd name="connsiteX204" fmla="*/ 1468184 w 6095524"/>
                <a:gd name="connsiteY204" fmla="*/ 1028795 h 1424940"/>
                <a:gd name="connsiteX205" fmla="*/ 1518476 w 6095524"/>
                <a:gd name="connsiteY205" fmla="*/ 1049655 h 1424940"/>
                <a:gd name="connsiteX206" fmla="*/ 1522667 w 6095524"/>
                <a:gd name="connsiteY206" fmla="*/ 1053465 h 1424940"/>
                <a:gd name="connsiteX207" fmla="*/ 1559814 w 6095524"/>
                <a:gd name="connsiteY207" fmla="*/ 1098709 h 1424940"/>
                <a:gd name="connsiteX208" fmla="*/ 1568196 w 6095524"/>
                <a:gd name="connsiteY208" fmla="*/ 1106424 h 1424940"/>
                <a:gd name="connsiteX209" fmla="*/ 1578293 w 6095524"/>
                <a:gd name="connsiteY209" fmla="*/ 1118426 h 1424940"/>
                <a:gd name="connsiteX210" fmla="*/ 1609820 w 6095524"/>
                <a:gd name="connsiteY210" fmla="*/ 1141667 h 1424940"/>
                <a:gd name="connsiteX211" fmla="*/ 1648873 w 6095524"/>
                <a:gd name="connsiteY211" fmla="*/ 1149096 h 1424940"/>
                <a:gd name="connsiteX212" fmla="*/ 1696022 w 6095524"/>
                <a:gd name="connsiteY212" fmla="*/ 1160431 h 1424940"/>
                <a:gd name="connsiteX213" fmla="*/ 1715739 w 6095524"/>
                <a:gd name="connsiteY213" fmla="*/ 1168051 h 1424940"/>
                <a:gd name="connsiteX214" fmla="*/ 1768602 w 6095524"/>
                <a:gd name="connsiteY214" fmla="*/ 1182529 h 1424940"/>
                <a:gd name="connsiteX215" fmla="*/ 1806321 w 6095524"/>
                <a:gd name="connsiteY215" fmla="*/ 1194721 h 1424940"/>
                <a:gd name="connsiteX216" fmla="*/ 1860709 w 6095524"/>
                <a:gd name="connsiteY216" fmla="*/ 1201865 h 1424940"/>
                <a:gd name="connsiteX217" fmla="*/ 1887093 w 6095524"/>
                <a:gd name="connsiteY217" fmla="*/ 1202150 h 1424940"/>
                <a:gd name="connsiteX218" fmla="*/ 1935575 w 6095524"/>
                <a:gd name="connsiteY218" fmla="*/ 1238726 h 1424940"/>
                <a:gd name="connsiteX219" fmla="*/ 1974247 w 6095524"/>
                <a:gd name="connsiteY219" fmla="*/ 1262920 h 1424940"/>
                <a:gd name="connsiteX220" fmla="*/ 2014919 w 6095524"/>
                <a:gd name="connsiteY220" fmla="*/ 1251204 h 1424940"/>
                <a:gd name="connsiteX221" fmla="*/ 2025968 w 6095524"/>
                <a:gd name="connsiteY221" fmla="*/ 1240155 h 1424940"/>
                <a:gd name="connsiteX222" fmla="*/ 2092643 w 6095524"/>
                <a:gd name="connsiteY222" fmla="*/ 1229678 h 1424940"/>
                <a:gd name="connsiteX223" fmla="*/ 2187893 w 6095524"/>
                <a:gd name="connsiteY223" fmla="*/ 1229297 h 1424940"/>
                <a:gd name="connsiteX224" fmla="*/ 2346294 w 6095524"/>
                <a:gd name="connsiteY224" fmla="*/ 1205484 h 1424940"/>
                <a:gd name="connsiteX225" fmla="*/ 2373916 w 6095524"/>
                <a:gd name="connsiteY225" fmla="*/ 1194435 h 1424940"/>
                <a:gd name="connsiteX226" fmla="*/ 2404967 w 6095524"/>
                <a:gd name="connsiteY226" fmla="*/ 1191673 h 1424940"/>
                <a:gd name="connsiteX227" fmla="*/ 2416874 w 6095524"/>
                <a:gd name="connsiteY227" fmla="*/ 1198436 h 1424940"/>
                <a:gd name="connsiteX228" fmla="*/ 2468975 w 6095524"/>
                <a:gd name="connsiteY228" fmla="*/ 1208532 h 1424940"/>
                <a:gd name="connsiteX229" fmla="*/ 2478882 w 6095524"/>
                <a:gd name="connsiteY229" fmla="*/ 1208723 h 1424940"/>
                <a:gd name="connsiteX230" fmla="*/ 2512791 w 6095524"/>
                <a:gd name="connsiteY230" fmla="*/ 1204436 h 1424940"/>
                <a:gd name="connsiteX231" fmla="*/ 2544223 w 6095524"/>
                <a:gd name="connsiteY231" fmla="*/ 1201960 h 1424940"/>
                <a:gd name="connsiteX232" fmla="*/ 2623471 w 6095524"/>
                <a:gd name="connsiteY232" fmla="*/ 1210056 h 1424940"/>
                <a:gd name="connsiteX233" fmla="*/ 2684241 w 6095524"/>
                <a:gd name="connsiteY233" fmla="*/ 1208151 h 1424940"/>
                <a:gd name="connsiteX234" fmla="*/ 2712244 w 6095524"/>
                <a:gd name="connsiteY234" fmla="*/ 1210056 h 1424940"/>
                <a:gd name="connsiteX235" fmla="*/ 2728055 w 6095524"/>
                <a:gd name="connsiteY235" fmla="*/ 1212914 h 1424940"/>
                <a:gd name="connsiteX236" fmla="*/ 2763869 w 6095524"/>
                <a:gd name="connsiteY236" fmla="*/ 1232821 h 1424940"/>
                <a:gd name="connsiteX237" fmla="*/ 2783491 w 6095524"/>
                <a:gd name="connsiteY237" fmla="*/ 1237298 h 1424940"/>
                <a:gd name="connsiteX238" fmla="*/ 2842546 w 6095524"/>
                <a:gd name="connsiteY238" fmla="*/ 1236917 h 1424940"/>
                <a:gd name="connsiteX239" fmla="*/ 2931128 w 6095524"/>
                <a:gd name="connsiteY239" fmla="*/ 1206913 h 1424940"/>
                <a:gd name="connsiteX240" fmla="*/ 2940368 w 6095524"/>
                <a:gd name="connsiteY240" fmla="*/ 1202912 h 1424940"/>
                <a:gd name="connsiteX241" fmla="*/ 2985421 w 6095524"/>
                <a:gd name="connsiteY241" fmla="*/ 1197959 h 1424940"/>
                <a:gd name="connsiteX242" fmla="*/ 3015996 w 6095524"/>
                <a:gd name="connsiteY242" fmla="*/ 1204722 h 1424940"/>
                <a:gd name="connsiteX243" fmla="*/ 3057621 w 6095524"/>
                <a:gd name="connsiteY243" fmla="*/ 1218724 h 1424940"/>
                <a:gd name="connsiteX244" fmla="*/ 3095054 w 6095524"/>
                <a:gd name="connsiteY244" fmla="*/ 1230440 h 1424940"/>
                <a:gd name="connsiteX245" fmla="*/ 3122295 w 6095524"/>
                <a:gd name="connsiteY245" fmla="*/ 1243679 h 1424940"/>
                <a:gd name="connsiteX246" fmla="*/ 3184589 w 6095524"/>
                <a:gd name="connsiteY246" fmla="*/ 1253395 h 1424940"/>
                <a:gd name="connsiteX247" fmla="*/ 3191066 w 6095524"/>
                <a:gd name="connsiteY247" fmla="*/ 1255014 h 1424940"/>
                <a:gd name="connsiteX248" fmla="*/ 3237929 w 6095524"/>
                <a:gd name="connsiteY248" fmla="*/ 1243203 h 1424940"/>
                <a:gd name="connsiteX249" fmla="*/ 3294221 w 6095524"/>
                <a:gd name="connsiteY249" fmla="*/ 1231202 h 1424940"/>
                <a:gd name="connsiteX250" fmla="*/ 3314319 w 6095524"/>
                <a:gd name="connsiteY250" fmla="*/ 1235297 h 1424940"/>
                <a:gd name="connsiteX251" fmla="*/ 3341846 w 6095524"/>
                <a:gd name="connsiteY251" fmla="*/ 1241108 h 1424940"/>
                <a:gd name="connsiteX252" fmla="*/ 3367373 w 6095524"/>
                <a:gd name="connsiteY252" fmla="*/ 1238060 h 1424940"/>
                <a:gd name="connsiteX253" fmla="*/ 3382899 w 6095524"/>
                <a:gd name="connsiteY253" fmla="*/ 1237774 h 1424940"/>
                <a:gd name="connsiteX254" fmla="*/ 3453765 w 6095524"/>
                <a:gd name="connsiteY254" fmla="*/ 1273397 h 1424940"/>
                <a:gd name="connsiteX255" fmla="*/ 3471767 w 6095524"/>
                <a:gd name="connsiteY255" fmla="*/ 1276350 h 1424940"/>
                <a:gd name="connsiteX256" fmla="*/ 3481959 w 6095524"/>
                <a:gd name="connsiteY256" fmla="*/ 1280732 h 1424940"/>
                <a:gd name="connsiteX257" fmla="*/ 3543396 w 6095524"/>
                <a:gd name="connsiteY257" fmla="*/ 1324928 h 1424940"/>
                <a:gd name="connsiteX258" fmla="*/ 3569494 w 6095524"/>
                <a:gd name="connsiteY258" fmla="*/ 1333881 h 1424940"/>
                <a:gd name="connsiteX259" fmla="*/ 3598164 w 6095524"/>
                <a:gd name="connsiteY259" fmla="*/ 1332071 h 1424940"/>
                <a:gd name="connsiteX260" fmla="*/ 3614738 w 6095524"/>
                <a:gd name="connsiteY260" fmla="*/ 1328833 h 1424940"/>
                <a:gd name="connsiteX261" fmla="*/ 3655886 w 6095524"/>
                <a:gd name="connsiteY261" fmla="*/ 1300734 h 1424940"/>
                <a:gd name="connsiteX262" fmla="*/ 3679317 w 6095524"/>
                <a:gd name="connsiteY262" fmla="*/ 1301687 h 1424940"/>
                <a:gd name="connsiteX263" fmla="*/ 3715893 w 6095524"/>
                <a:gd name="connsiteY263" fmla="*/ 1321022 h 1424940"/>
                <a:gd name="connsiteX264" fmla="*/ 3782282 w 6095524"/>
                <a:gd name="connsiteY264" fmla="*/ 1329690 h 1424940"/>
                <a:gd name="connsiteX265" fmla="*/ 3816001 w 6095524"/>
                <a:gd name="connsiteY265" fmla="*/ 1302639 h 1424940"/>
                <a:gd name="connsiteX266" fmla="*/ 3833431 w 6095524"/>
                <a:gd name="connsiteY266" fmla="*/ 1276636 h 1424940"/>
                <a:gd name="connsiteX267" fmla="*/ 3883819 w 6095524"/>
                <a:gd name="connsiteY267" fmla="*/ 1246442 h 1424940"/>
                <a:gd name="connsiteX268" fmla="*/ 3895821 w 6095524"/>
                <a:gd name="connsiteY268" fmla="*/ 1257681 h 1424940"/>
                <a:gd name="connsiteX269" fmla="*/ 3932778 w 6095524"/>
                <a:gd name="connsiteY269" fmla="*/ 1262444 h 1424940"/>
                <a:gd name="connsiteX270" fmla="*/ 3972782 w 6095524"/>
                <a:gd name="connsiteY270" fmla="*/ 1262063 h 1424940"/>
                <a:gd name="connsiteX271" fmla="*/ 4042505 w 6095524"/>
                <a:gd name="connsiteY271" fmla="*/ 1267111 h 1424940"/>
                <a:gd name="connsiteX272" fmla="*/ 4088892 w 6095524"/>
                <a:gd name="connsiteY272" fmla="*/ 1238250 h 1424940"/>
                <a:gd name="connsiteX273" fmla="*/ 4106609 w 6095524"/>
                <a:gd name="connsiteY273" fmla="*/ 1226344 h 1424940"/>
                <a:gd name="connsiteX274" fmla="*/ 4123182 w 6095524"/>
                <a:gd name="connsiteY274" fmla="*/ 1218724 h 1424940"/>
                <a:gd name="connsiteX275" fmla="*/ 4142328 w 6095524"/>
                <a:gd name="connsiteY275" fmla="*/ 1214438 h 1424940"/>
                <a:gd name="connsiteX276" fmla="*/ 4188524 w 6095524"/>
                <a:gd name="connsiteY276" fmla="*/ 1198245 h 1424940"/>
                <a:gd name="connsiteX277" fmla="*/ 4213860 w 6095524"/>
                <a:gd name="connsiteY277" fmla="*/ 1182338 h 1424940"/>
                <a:gd name="connsiteX278" fmla="*/ 4270820 w 6095524"/>
                <a:gd name="connsiteY278" fmla="*/ 1167003 h 1424940"/>
                <a:gd name="connsiteX279" fmla="*/ 4309587 w 6095524"/>
                <a:gd name="connsiteY279" fmla="*/ 1153287 h 1424940"/>
                <a:gd name="connsiteX280" fmla="*/ 4350449 w 6095524"/>
                <a:gd name="connsiteY280" fmla="*/ 1129665 h 1424940"/>
                <a:gd name="connsiteX281" fmla="*/ 4356164 w 6095524"/>
                <a:gd name="connsiteY281" fmla="*/ 1126046 h 1424940"/>
                <a:gd name="connsiteX282" fmla="*/ 4369880 w 6095524"/>
                <a:gd name="connsiteY282" fmla="*/ 1110520 h 1424940"/>
                <a:gd name="connsiteX283" fmla="*/ 4389787 w 6095524"/>
                <a:gd name="connsiteY283" fmla="*/ 1057085 h 1424940"/>
                <a:gd name="connsiteX284" fmla="*/ 4395502 w 6095524"/>
                <a:gd name="connsiteY284" fmla="*/ 1046226 h 1424940"/>
                <a:gd name="connsiteX285" fmla="*/ 4447413 w 6095524"/>
                <a:gd name="connsiteY285" fmla="*/ 1009650 h 1424940"/>
                <a:gd name="connsiteX286" fmla="*/ 4466654 w 6095524"/>
                <a:gd name="connsiteY286" fmla="*/ 1013079 h 1424940"/>
                <a:gd name="connsiteX287" fmla="*/ 4487894 w 6095524"/>
                <a:gd name="connsiteY287" fmla="*/ 1025081 h 1424940"/>
                <a:gd name="connsiteX288" fmla="*/ 4534472 w 6095524"/>
                <a:gd name="connsiteY288" fmla="*/ 1028224 h 1424940"/>
                <a:gd name="connsiteX289" fmla="*/ 4551903 w 6095524"/>
                <a:gd name="connsiteY289" fmla="*/ 1022033 h 1424940"/>
                <a:gd name="connsiteX290" fmla="*/ 4582382 w 6095524"/>
                <a:gd name="connsiteY290" fmla="*/ 1005364 h 1424940"/>
                <a:gd name="connsiteX291" fmla="*/ 4605909 w 6095524"/>
                <a:gd name="connsiteY291" fmla="*/ 979551 h 1424940"/>
                <a:gd name="connsiteX292" fmla="*/ 4640104 w 6095524"/>
                <a:gd name="connsiteY292" fmla="*/ 936879 h 1424940"/>
                <a:gd name="connsiteX293" fmla="*/ 4705731 w 6095524"/>
                <a:gd name="connsiteY293" fmla="*/ 920591 h 1424940"/>
                <a:gd name="connsiteX294" fmla="*/ 4730973 w 6095524"/>
                <a:gd name="connsiteY294" fmla="*/ 915162 h 1424940"/>
                <a:gd name="connsiteX295" fmla="*/ 4822794 w 6095524"/>
                <a:gd name="connsiteY295" fmla="*/ 892397 h 1424940"/>
                <a:gd name="connsiteX296" fmla="*/ 4830794 w 6095524"/>
                <a:gd name="connsiteY296" fmla="*/ 891635 h 1424940"/>
                <a:gd name="connsiteX297" fmla="*/ 4894421 w 6095524"/>
                <a:gd name="connsiteY297" fmla="*/ 865442 h 1424940"/>
                <a:gd name="connsiteX298" fmla="*/ 4909756 w 6095524"/>
                <a:gd name="connsiteY298" fmla="*/ 858964 h 1424940"/>
                <a:gd name="connsiteX299" fmla="*/ 4928521 w 6095524"/>
                <a:gd name="connsiteY299" fmla="*/ 842391 h 1424940"/>
                <a:gd name="connsiteX300" fmla="*/ 4945857 w 6095524"/>
                <a:gd name="connsiteY300" fmla="*/ 795623 h 1424940"/>
                <a:gd name="connsiteX301" fmla="*/ 4966145 w 6095524"/>
                <a:gd name="connsiteY301" fmla="*/ 774287 h 1424940"/>
                <a:gd name="connsiteX302" fmla="*/ 4980909 w 6095524"/>
                <a:gd name="connsiteY302" fmla="*/ 761333 h 1424940"/>
                <a:gd name="connsiteX303" fmla="*/ 4993862 w 6095524"/>
                <a:gd name="connsiteY303" fmla="*/ 741712 h 1424940"/>
                <a:gd name="connsiteX304" fmla="*/ 5006816 w 6095524"/>
                <a:gd name="connsiteY304" fmla="*/ 694754 h 1424940"/>
                <a:gd name="connsiteX305" fmla="*/ 5026724 w 6095524"/>
                <a:gd name="connsiteY305" fmla="*/ 653129 h 1424940"/>
                <a:gd name="connsiteX306" fmla="*/ 5062538 w 6095524"/>
                <a:gd name="connsiteY306" fmla="*/ 630079 h 1424940"/>
                <a:gd name="connsiteX307" fmla="*/ 5084731 w 6095524"/>
                <a:gd name="connsiteY307" fmla="*/ 617982 h 1424940"/>
                <a:gd name="connsiteX308" fmla="*/ 5172647 w 6095524"/>
                <a:gd name="connsiteY308" fmla="*/ 630174 h 1424940"/>
                <a:gd name="connsiteX309" fmla="*/ 5232654 w 6095524"/>
                <a:gd name="connsiteY309" fmla="*/ 642080 h 1424940"/>
                <a:gd name="connsiteX310" fmla="*/ 5252371 w 6095524"/>
                <a:gd name="connsiteY310" fmla="*/ 637508 h 1424940"/>
                <a:gd name="connsiteX311" fmla="*/ 5308092 w 6095524"/>
                <a:gd name="connsiteY311" fmla="*/ 598646 h 1424940"/>
                <a:gd name="connsiteX312" fmla="*/ 5363147 w 6095524"/>
                <a:gd name="connsiteY312" fmla="*/ 581311 h 1424940"/>
                <a:gd name="connsiteX313" fmla="*/ 5404580 w 6095524"/>
                <a:gd name="connsiteY313" fmla="*/ 576358 h 1424940"/>
                <a:gd name="connsiteX314" fmla="*/ 5440203 w 6095524"/>
                <a:gd name="connsiteY314" fmla="*/ 572548 h 1424940"/>
                <a:gd name="connsiteX315" fmla="*/ 5482971 w 6095524"/>
                <a:gd name="connsiteY315" fmla="*/ 561880 h 1424940"/>
                <a:gd name="connsiteX316" fmla="*/ 5507165 w 6095524"/>
                <a:gd name="connsiteY316" fmla="*/ 550259 h 1424940"/>
                <a:gd name="connsiteX317" fmla="*/ 5545645 w 6095524"/>
                <a:gd name="connsiteY317" fmla="*/ 533591 h 1424940"/>
                <a:gd name="connsiteX318" fmla="*/ 5585079 w 6095524"/>
                <a:gd name="connsiteY318" fmla="*/ 511969 h 1424940"/>
                <a:gd name="connsiteX319" fmla="*/ 5615368 w 6095524"/>
                <a:gd name="connsiteY319" fmla="*/ 481679 h 1424940"/>
                <a:gd name="connsiteX320" fmla="*/ 5631656 w 6095524"/>
                <a:gd name="connsiteY320" fmla="*/ 456152 h 1424940"/>
                <a:gd name="connsiteX321" fmla="*/ 5679377 w 6095524"/>
                <a:gd name="connsiteY321" fmla="*/ 419576 h 1424940"/>
                <a:gd name="connsiteX322" fmla="*/ 5722525 w 6095524"/>
                <a:gd name="connsiteY322" fmla="*/ 350615 h 1424940"/>
                <a:gd name="connsiteX323" fmla="*/ 5749576 w 6095524"/>
                <a:gd name="connsiteY323" fmla="*/ 321945 h 1424940"/>
                <a:gd name="connsiteX324" fmla="*/ 5764911 w 6095524"/>
                <a:gd name="connsiteY324" fmla="*/ 313849 h 1424940"/>
                <a:gd name="connsiteX325" fmla="*/ 5791009 w 6095524"/>
                <a:gd name="connsiteY325" fmla="*/ 293942 h 1424940"/>
                <a:gd name="connsiteX326" fmla="*/ 5806440 w 6095524"/>
                <a:gd name="connsiteY326" fmla="*/ 279178 h 1424940"/>
                <a:gd name="connsiteX327" fmla="*/ 5848636 w 6095524"/>
                <a:gd name="connsiteY327" fmla="*/ 224885 h 1424940"/>
                <a:gd name="connsiteX328" fmla="*/ 5861590 w 6095524"/>
                <a:gd name="connsiteY328" fmla="*/ 208788 h 1424940"/>
                <a:gd name="connsiteX329" fmla="*/ 5888355 w 6095524"/>
                <a:gd name="connsiteY329" fmla="*/ 181166 h 1424940"/>
                <a:gd name="connsiteX330" fmla="*/ 5900071 w 6095524"/>
                <a:gd name="connsiteY330" fmla="*/ 172784 h 1424940"/>
                <a:gd name="connsiteX331" fmla="*/ 5920740 w 6095524"/>
                <a:gd name="connsiteY331" fmla="*/ 150305 h 1424940"/>
                <a:gd name="connsiteX332" fmla="*/ 5969985 w 6095524"/>
                <a:gd name="connsiteY332" fmla="*/ 91345 h 1424940"/>
                <a:gd name="connsiteX333" fmla="*/ 5991130 w 6095524"/>
                <a:gd name="connsiteY333" fmla="*/ 58293 h 1424940"/>
                <a:gd name="connsiteX334" fmla="*/ 6033325 w 6095524"/>
                <a:gd name="connsiteY334" fmla="*/ 33909 h 1424940"/>
                <a:gd name="connsiteX335" fmla="*/ 6054376 w 6095524"/>
                <a:gd name="connsiteY335" fmla="*/ 20955 h 1424940"/>
                <a:gd name="connsiteX336" fmla="*/ 6095524 w 6095524"/>
                <a:gd name="connsiteY336" fmla="*/ 0 h 1424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</a:cxnLst>
              <a:rect l="l" t="t" r="r" b="b"/>
              <a:pathLst>
                <a:path w="6095524" h="1424940">
                  <a:moveTo>
                    <a:pt x="6095524" y="0"/>
                  </a:moveTo>
                  <a:cubicBezTo>
                    <a:pt x="6095524" y="7811"/>
                    <a:pt x="6095524" y="12573"/>
                    <a:pt x="6095524" y="17431"/>
                  </a:cubicBezTo>
                  <a:lnTo>
                    <a:pt x="6095524" y="216290"/>
                  </a:lnTo>
                  <a:lnTo>
                    <a:pt x="6079998" y="230600"/>
                  </a:lnTo>
                  <a:cubicBezTo>
                    <a:pt x="6058567" y="241363"/>
                    <a:pt x="6035706" y="251079"/>
                    <a:pt x="6012751" y="260699"/>
                  </a:cubicBezTo>
                  <a:cubicBezTo>
                    <a:pt x="6006084" y="263462"/>
                    <a:pt x="5998749" y="264986"/>
                    <a:pt x="5992749" y="268700"/>
                  </a:cubicBezTo>
                  <a:cubicBezTo>
                    <a:pt x="5965126" y="285655"/>
                    <a:pt x="5938361" y="303943"/>
                    <a:pt x="5910358" y="320231"/>
                  </a:cubicBezTo>
                  <a:cubicBezTo>
                    <a:pt x="5881497" y="337090"/>
                    <a:pt x="5855684" y="356997"/>
                    <a:pt x="5835777" y="383953"/>
                  </a:cubicBezTo>
                  <a:cubicBezTo>
                    <a:pt x="5817298" y="409004"/>
                    <a:pt x="5799391" y="434435"/>
                    <a:pt x="5781008" y="459581"/>
                  </a:cubicBezTo>
                  <a:cubicBezTo>
                    <a:pt x="5776341" y="465963"/>
                    <a:pt x="5772054" y="473488"/>
                    <a:pt x="5765673" y="477584"/>
                  </a:cubicBezTo>
                  <a:cubicBezTo>
                    <a:pt x="5752433" y="486156"/>
                    <a:pt x="5737955" y="493109"/>
                    <a:pt x="5723763" y="500158"/>
                  </a:cubicBezTo>
                  <a:cubicBezTo>
                    <a:pt x="5711571" y="506159"/>
                    <a:pt x="5698617" y="510635"/>
                    <a:pt x="5686711" y="517112"/>
                  </a:cubicBezTo>
                  <a:cubicBezTo>
                    <a:pt x="5677186" y="522256"/>
                    <a:pt x="5668708" y="529400"/>
                    <a:pt x="5659850" y="535877"/>
                  </a:cubicBezTo>
                  <a:cubicBezTo>
                    <a:pt x="5652135" y="541496"/>
                    <a:pt x="5643658" y="546354"/>
                    <a:pt x="5637181" y="553117"/>
                  </a:cubicBezTo>
                  <a:cubicBezTo>
                    <a:pt x="5621369" y="569500"/>
                    <a:pt x="5605462" y="585597"/>
                    <a:pt x="5585841" y="597694"/>
                  </a:cubicBezTo>
                  <a:cubicBezTo>
                    <a:pt x="5566505" y="609695"/>
                    <a:pt x="5548217" y="623126"/>
                    <a:pt x="5528977" y="635318"/>
                  </a:cubicBezTo>
                  <a:cubicBezTo>
                    <a:pt x="5510117" y="647224"/>
                    <a:pt x="5493067" y="660273"/>
                    <a:pt x="5483256" y="681419"/>
                  </a:cubicBezTo>
                  <a:cubicBezTo>
                    <a:pt x="5478875" y="690753"/>
                    <a:pt x="5472684" y="700945"/>
                    <a:pt x="5464397" y="706374"/>
                  </a:cubicBezTo>
                  <a:cubicBezTo>
                    <a:pt x="5452586" y="714089"/>
                    <a:pt x="5437632" y="716852"/>
                    <a:pt x="5424773" y="723424"/>
                  </a:cubicBezTo>
                  <a:cubicBezTo>
                    <a:pt x="5409628" y="731139"/>
                    <a:pt x="5392103" y="737807"/>
                    <a:pt x="5381815" y="750094"/>
                  </a:cubicBezTo>
                  <a:cubicBezTo>
                    <a:pt x="5372671" y="761048"/>
                    <a:pt x="5363432" y="769620"/>
                    <a:pt x="5351335" y="776573"/>
                  </a:cubicBezTo>
                  <a:cubicBezTo>
                    <a:pt x="5342858" y="781431"/>
                    <a:pt x="5336572" y="790289"/>
                    <a:pt x="5327809" y="794290"/>
                  </a:cubicBezTo>
                  <a:cubicBezTo>
                    <a:pt x="5316284" y="799624"/>
                    <a:pt x="5304663" y="803815"/>
                    <a:pt x="5294566" y="812102"/>
                  </a:cubicBezTo>
                  <a:cubicBezTo>
                    <a:pt x="5284089" y="820674"/>
                    <a:pt x="5272183" y="827437"/>
                    <a:pt x="5261229" y="835438"/>
                  </a:cubicBezTo>
                  <a:cubicBezTo>
                    <a:pt x="5255419" y="839724"/>
                    <a:pt x="5250656" y="845344"/>
                    <a:pt x="5245037" y="849821"/>
                  </a:cubicBezTo>
                  <a:cubicBezTo>
                    <a:pt x="5234750" y="858012"/>
                    <a:pt x="5224272" y="866013"/>
                    <a:pt x="5213699" y="873728"/>
                  </a:cubicBezTo>
                  <a:cubicBezTo>
                    <a:pt x="5203127" y="881444"/>
                    <a:pt x="5193030" y="890397"/>
                    <a:pt x="5181409" y="896017"/>
                  </a:cubicBezTo>
                  <a:cubicBezTo>
                    <a:pt x="5161598" y="905542"/>
                    <a:pt x="5139976" y="911257"/>
                    <a:pt x="5120735" y="921544"/>
                  </a:cubicBezTo>
                  <a:cubicBezTo>
                    <a:pt x="5101209" y="932021"/>
                    <a:pt x="5082826" y="945166"/>
                    <a:pt x="5065490" y="959072"/>
                  </a:cubicBezTo>
                  <a:cubicBezTo>
                    <a:pt x="5051774" y="970026"/>
                    <a:pt x="5038916" y="980885"/>
                    <a:pt x="5021675" y="986504"/>
                  </a:cubicBezTo>
                  <a:cubicBezTo>
                    <a:pt x="5012055" y="989648"/>
                    <a:pt x="5001959" y="996506"/>
                    <a:pt x="4996148" y="1004507"/>
                  </a:cubicBezTo>
                  <a:cubicBezTo>
                    <a:pt x="4983575" y="1021937"/>
                    <a:pt x="4967478" y="1034225"/>
                    <a:pt x="4949285" y="1044702"/>
                  </a:cubicBezTo>
                  <a:cubicBezTo>
                    <a:pt x="4924996" y="1058799"/>
                    <a:pt x="4900993" y="1073182"/>
                    <a:pt x="4876609" y="1086993"/>
                  </a:cubicBezTo>
                  <a:cubicBezTo>
                    <a:pt x="4862227" y="1095185"/>
                    <a:pt x="4847940" y="1103852"/>
                    <a:pt x="4832699" y="1109853"/>
                  </a:cubicBezTo>
                  <a:cubicBezTo>
                    <a:pt x="4801553" y="1122236"/>
                    <a:pt x="4769644" y="1132808"/>
                    <a:pt x="4738211" y="1144334"/>
                  </a:cubicBezTo>
                  <a:cubicBezTo>
                    <a:pt x="4727924" y="1148048"/>
                    <a:pt x="4718209" y="1153382"/>
                    <a:pt x="4707731" y="1156621"/>
                  </a:cubicBezTo>
                  <a:cubicBezTo>
                    <a:pt x="4696396" y="1160145"/>
                    <a:pt x="4684205" y="1161193"/>
                    <a:pt x="4672870" y="1164717"/>
                  </a:cubicBezTo>
                  <a:cubicBezTo>
                    <a:pt x="4654010" y="1170527"/>
                    <a:pt x="4635722" y="1177957"/>
                    <a:pt x="4616863" y="1183862"/>
                  </a:cubicBezTo>
                  <a:cubicBezTo>
                    <a:pt x="4580477" y="1195197"/>
                    <a:pt x="4543996" y="1206056"/>
                    <a:pt x="4507516" y="1216819"/>
                  </a:cubicBezTo>
                  <a:cubicBezTo>
                    <a:pt x="4499706" y="1219105"/>
                    <a:pt x="4491228" y="1219391"/>
                    <a:pt x="4483513" y="1221867"/>
                  </a:cubicBezTo>
                  <a:cubicBezTo>
                    <a:pt x="4463034" y="1228535"/>
                    <a:pt x="4442650" y="1235773"/>
                    <a:pt x="4422362" y="1243108"/>
                  </a:cubicBezTo>
                  <a:cubicBezTo>
                    <a:pt x="4410075" y="1247585"/>
                    <a:pt x="4398073" y="1253109"/>
                    <a:pt x="4385691" y="1257395"/>
                  </a:cubicBezTo>
                  <a:cubicBezTo>
                    <a:pt x="4375785" y="1260824"/>
                    <a:pt x="4365593" y="1263491"/>
                    <a:pt x="4355306" y="1265587"/>
                  </a:cubicBezTo>
                  <a:cubicBezTo>
                    <a:pt x="4346448" y="1267397"/>
                    <a:pt x="4337209" y="1267206"/>
                    <a:pt x="4328446" y="1269397"/>
                  </a:cubicBezTo>
                  <a:cubicBezTo>
                    <a:pt x="4304728" y="1275302"/>
                    <a:pt x="4281297" y="1281970"/>
                    <a:pt x="4257770" y="1288256"/>
                  </a:cubicBezTo>
                  <a:cubicBezTo>
                    <a:pt x="4248341" y="1290733"/>
                    <a:pt x="4238720" y="1292543"/>
                    <a:pt x="4229576" y="1295686"/>
                  </a:cubicBezTo>
                  <a:cubicBezTo>
                    <a:pt x="4205097" y="1303973"/>
                    <a:pt x="4180999" y="1313402"/>
                    <a:pt x="4156424" y="1321213"/>
                  </a:cubicBezTo>
                  <a:cubicBezTo>
                    <a:pt x="4136041" y="1327690"/>
                    <a:pt x="4115086" y="1332357"/>
                    <a:pt x="4094416" y="1338072"/>
                  </a:cubicBezTo>
                  <a:cubicBezTo>
                    <a:pt x="4085653" y="1340549"/>
                    <a:pt x="4077271" y="1344073"/>
                    <a:pt x="4068509" y="1346168"/>
                  </a:cubicBezTo>
                  <a:cubicBezTo>
                    <a:pt x="4048887" y="1350931"/>
                    <a:pt x="4028980" y="1354931"/>
                    <a:pt x="4009263" y="1359694"/>
                  </a:cubicBezTo>
                  <a:cubicBezTo>
                    <a:pt x="3998023" y="1362456"/>
                    <a:pt x="3987165" y="1367409"/>
                    <a:pt x="3975735" y="1369219"/>
                  </a:cubicBezTo>
                  <a:cubicBezTo>
                    <a:pt x="3948589" y="1373505"/>
                    <a:pt x="3921252" y="1376553"/>
                    <a:pt x="3893915" y="1379982"/>
                  </a:cubicBezTo>
                  <a:cubicBezTo>
                    <a:pt x="3865722" y="1383506"/>
                    <a:pt x="3837623" y="1387221"/>
                    <a:pt x="3809428" y="1390364"/>
                  </a:cubicBezTo>
                  <a:cubicBezTo>
                    <a:pt x="3793998" y="1391984"/>
                    <a:pt x="3778472" y="1392269"/>
                    <a:pt x="3763042" y="1393793"/>
                  </a:cubicBezTo>
                  <a:cubicBezTo>
                    <a:pt x="3749516" y="1395127"/>
                    <a:pt x="3736086" y="1397603"/>
                    <a:pt x="3722561" y="1399223"/>
                  </a:cubicBezTo>
                  <a:cubicBezTo>
                    <a:pt x="3710845" y="1400556"/>
                    <a:pt x="3699034" y="1401318"/>
                    <a:pt x="3687318" y="1402652"/>
                  </a:cubicBezTo>
                  <a:cubicBezTo>
                    <a:pt x="3668554" y="1404842"/>
                    <a:pt x="3649885" y="1407319"/>
                    <a:pt x="3631216" y="1409605"/>
                  </a:cubicBezTo>
                  <a:cubicBezTo>
                    <a:pt x="3623406" y="1410462"/>
                    <a:pt x="3615214" y="1412843"/>
                    <a:pt x="3607880" y="1411415"/>
                  </a:cubicBezTo>
                  <a:cubicBezTo>
                    <a:pt x="3589401" y="1407795"/>
                    <a:pt x="3571208" y="1408843"/>
                    <a:pt x="3552825" y="1411319"/>
                  </a:cubicBezTo>
                  <a:cubicBezTo>
                    <a:pt x="3546539" y="1412177"/>
                    <a:pt x="3539776" y="1411986"/>
                    <a:pt x="3533680" y="1410367"/>
                  </a:cubicBezTo>
                  <a:cubicBezTo>
                    <a:pt x="3521202" y="1407128"/>
                    <a:pt x="3509106" y="1402556"/>
                    <a:pt x="3496818" y="1398556"/>
                  </a:cubicBezTo>
                  <a:cubicBezTo>
                    <a:pt x="3495484" y="1398080"/>
                    <a:pt x="3493865" y="1397984"/>
                    <a:pt x="3492437" y="1397699"/>
                  </a:cubicBezTo>
                  <a:cubicBezTo>
                    <a:pt x="3484340" y="1396079"/>
                    <a:pt x="3476340" y="1394460"/>
                    <a:pt x="3468243" y="1393031"/>
                  </a:cubicBezTo>
                  <a:cubicBezTo>
                    <a:pt x="3463862" y="1392269"/>
                    <a:pt x="3459385" y="1392174"/>
                    <a:pt x="3455003" y="1391507"/>
                  </a:cubicBezTo>
                  <a:cubicBezTo>
                    <a:pt x="3438049" y="1388840"/>
                    <a:pt x="3419380" y="1393317"/>
                    <a:pt x="3404711" y="1381792"/>
                  </a:cubicBezTo>
                  <a:cubicBezTo>
                    <a:pt x="3395186" y="1374362"/>
                    <a:pt x="3385947" y="1376077"/>
                    <a:pt x="3375756" y="1377220"/>
                  </a:cubicBezTo>
                  <a:cubicBezTo>
                    <a:pt x="3368040" y="1378077"/>
                    <a:pt x="3360134" y="1377791"/>
                    <a:pt x="3352324" y="1377887"/>
                  </a:cubicBezTo>
                  <a:cubicBezTo>
                    <a:pt x="3338608" y="1378172"/>
                    <a:pt x="3324892" y="1378268"/>
                    <a:pt x="3311176" y="1378744"/>
                  </a:cubicBezTo>
                  <a:cubicBezTo>
                    <a:pt x="3306794" y="1378934"/>
                    <a:pt x="3302318" y="1381316"/>
                    <a:pt x="3298031" y="1380935"/>
                  </a:cubicBezTo>
                  <a:cubicBezTo>
                    <a:pt x="3278219" y="1379125"/>
                    <a:pt x="3258407" y="1376267"/>
                    <a:pt x="3238595" y="1374648"/>
                  </a:cubicBezTo>
                  <a:cubicBezTo>
                    <a:pt x="3227356" y="1373696"/>
                    <a:pt x="3215830" y="1375505"/>
                    <a:pt x="3204686" y="1374172"/>
                  </a:cubicBezTo>
                  <a:cubicBezTo>
                    <a:pt x="3191828" y="1372648"/>
                    <a:pt x="3179255" y="1368743"/>
                    <a:pt x="3166491" y="1366361"/>
                  </a:cubicBezTo>
                  <a:cubicBezTo>
                    <a:pt x="3162967" y="1365695"/>
                    <a:pt x="3159062" y="1366552"/>
                    <a:pt x="3155347" y="1366742"/>
                  </a:cubicBezTo>
                  <a:cubicBezTo>
                    <a:pt x="3151156" y="1366933"/>
                    <a:pt x="3147060" y="1367314"/>
                    <a:pt x="3142869" y="1367409"/>
                  </a:cubicBezTo>
                  <a:cubicBezTo>
                    <a:pt x="3130105" y="1367600"/>
                    <a:pt x="3117342" y="1367314"/>
                    <a:pt x="3104578" y="1367981"/>
                  </a:cubicBezTo>
                  <a:cubicBezTo>
                    <a:pt x="3096768" y="1368362"/>
                    <a:pt x="3088577" y="1372267"/>
                    <a:pt x="3081337" y="1370838"/>
                  </a:cubicBezTo>
                  <a:cubicBezTo>
                    <a:pt x="3066574" y="1368076"/>
                    <a:pt x="3051810" y="1374267"/>
                    <a:pt x="3037047" y="1369124"/>
                  </a:cubicBezTo>
                  <a:cubicBezTo>
                    <a:pt x="3032474" y="1367600"/>
                    <a:pt x="3026188" y="1371410"/>
                    <a:pt x="3020663" y="1371600"/>
                  </a:cubicBezTo>
                  <a:cubicBezTo>
                    <a:pt x="3006852" y="1372076"/>
                    <a:pt x="2993041" y="1371981"/>
                    <a:pt x="2979230" y="1371886"/>
                  </a:cubicBezTo>
                  <a:cubicBezTo>
                    <a:pt x="2966847" y="1371791"/>
                    <a:pt x="2953988" y="1373124"/>
                    <a:pt x="2942082" y="1370457"/>
                  </a:cubicBezTo>
                  <a:cubicBezTo>
                    <a:pt x="2929604" y="1367600"/>
                    <a:pt x="2918365" y="1367981"/>
                    <a:pt x="2906268" y="1371219"/>
                  </a:cubicBezTo>
                  <a:cubicBezTo>
                    <a:pt x="2897981" y="1373410"/>
                    <a:pt x="2889218" y="1373696"/>
                    <a:pt x="2880646" y="1374362"/>
                  </a:cubicBezTo>
                  <a:cubicBezTo>
                    <a:pt x="2871407" y="1375124"/>
                    <a:pt x="2861215" y="1373124"/>
                    <a:pt x="2852833" y="1376267"/>
                  </a:cubicBezTo>
                  <a:cubicBezTo>
                    <a:pt x="2827877" y="1385602"/>
                    <a:pt x="2802255" y="1387602"/>
                    <a:pt x="2776157" y="1387602"/>
                  </a:cubicBezTo>
                  <a:cubicBezTo>
                    <a:pt x="2771394" y="1387602"/>
                    <a:pt x="2766536" y="1386269"/>
                    <a:pt x="2761965" y="1384840"/>
                  </a:cubicBezTo>
                  <a:cubicBezTo>
                    <a:pt x="2735294" y="1376267"/>
                    <a:pt x="2708529" y="1377029"/>
                    <a:pt x="2681383" y="1382268"/>
                  </a:cubicBezTo>
                  <a:cubicBezTo>
                    <a:pt x="2675763" y="1383411"/>
                    <a:pt x="2669477" y="1383602"/>
                    <a:pt x="2663857" y="1382459"/>
                  </a:cubicBezTo>
                  <a:cubicBezTo>
                    <a:pt x="2648045" y="1379125"/>
                    <a:pt x="2632710" y="1373600"/>
                    <a:pt x="2616803" y="1371219"/>
                  </a:cubicBezTo>
                  <a:cubicBezTo>
                    <a:pt x="2590515" y="1367314"/>
                    <a:pt x="2567750" y="1380458"/>
                    <a:pt x="2544223" y="1389031"/>
                  </a:cubicBezTo>
                  <a:cubicBezTo>
                    <a:pt x="2521839" y="1397127"/>
                    <a:pt x="2502789" y="1415415"/>
                    <a:pt x="2476309" y="1411319"/>
                  </a:cubicBezTo>
                  <a:cubicBezTo>
                    <a:pt x="2473643" y="1410938"/>
                    <a:pt x="2470690" y="1413510"/>
                    <a:pt x="2467737" y="1414177"/>
                  </a:cubicBezTo>
                  <a:cubicBezTo>
                    <a:pt x="2459641" y="1415987"/>
                    <a:pt x="2451545" y="1418177"/>
                    <a:pt x="2443353" y="1419035"/>
                  </a:cubicBezTo>
                  <a:cubicBezTo>
                    <a:pt x="2433352" y="1420178"/>
                    <a:pt x="2423160" y="1419797"/>
                    <a:pt x="2413159" y="1420749"/>
                  </a:cubicBezTo>
                  <a:cubicBezTo>
                    <a:pt x="2400300" y="1421892"/>
                    <a:pt x="2387632" y="1424940"/>
                    <a:pt x="2374868" y="1424940"/>
                  </a:cubicBezTo>
                  <a:cubicBezTo>
                    <a:pt x="2364581" y="1424940"/>
                    <a:pt x="2354389" y="1421416"/>
                    <a:pt x="2344198" y="1419701"/>
                  </a:cubicBezTo>
                  <a:cubicBezTo>
                    <a:pt x="2329815" y="1417320"/>
                    <a:pt x="2314003" y="1417987"/>
                    <a:pt x="2301335" y="1411891"/>
                  </a:cubicBezTo>
                  <a:cubicBezTo>
                    <a:pt x="2287810" y="1405414"/>
                    <a:pt x="2274951" y="1402461"/>
                    <a:pt x="2260949" y="1404461"/>
                  </a:cubicBezTo>
                  <a:cubicBezTo>
                    <a:pt x="2256282" y="1405128"/>
                    <a:pt x="2250281" y="1409129"/>
                    <a:pt x="2248186" y="1413224"/>
                  </a:cubicBezTo>
                  <a:cubicBezTo>
                    <a:pt x="2243518" y="1422368"/>
                    <a:pt x="2237137" y="1423988"/>
                    <a:pt x="2228469" y="1420844"/>
                  </a:cubicBezTo>
                  <a:cubicBezTo>
                    <a:pt x="2220944" y="1418177"/>
                    <a:pt x="2211705" y="1416844"/>
                    <a:pt x="2206562" y="1411700"/>
                  </a:cubicBezTo>
                  <a:cubicBezTo>
                    <a:pt x="2191988" y="1397127"/>
                    <a:pt x="2173414" y="1396651"/>
                    <a:pt x="2155317" y="1392746"/>
                  </a:cubicBezTo>
                  <a:cubicBezTo>
                    <a:pt x="2144269" y="1390364"/>
                    <a:pt x="2133981" y="1390269"/>
                    <a:pt x="2122932" y="1391888"/>
                  </a:cubicBezTo>
                  <a:cubicBezTo>
                    <a:pt x="2098930" y="1395508"/>
                    <a:pt x="2075593" y="1390364"/>
                    <a:pt x="2052542" y="1383792"/>
                  </a:cubicBezTo>
                  <a:cubicBezTo>
                    <a:pt x="2037302" y="1379411"/>
                    <a:pt x="2021681" y="1376744"/>
                    <a:pt x="2006537" y="1372267"/>
                  </a:cubicBezTo>
                  <a:cubicBezTo>
                    <a:pt x="1995202" y="1368838"/>
                    <a:pt x="1983868" y="1364742"/>
                    <a:pt x="1973486" y="1359218"/>
                  </a:cubicBezTo>
                  <a:cubicBezTo>
                    <a:pt x="1958435" y="1351121"/>
                    <a:pt x="1945292" y="1338929"/>
                    <a:pt x="1926146" y="1342168"/>
                  </a:cubicBezTo>
                  <a:cubicBezTo>
                    <a:pt x="1909286" y="1345025"/>
                    <a:pt x="1894047" y="1339025"/>
                    <a:pt x="1878616" y="1333310"/>
                  </a:cubicBezTo>
                  <a:cubicBezTo>
                    <a:pt x="1867281" y="1329119"/>
                    <a:pt x="1855948" y="1324832"/>
                    <a:pt x="1844231" y="1322165"/>
                  </a:cubicBezTo>
                  <a:cubicBezTo>
                    <a:pt x="1830324" y="1319022"/>
                    <a:pt x="1814608" y="1320356"/>
                    <a:pt x="1802225" y="1314545"/>
                  </a:cubicBezTo>
                  <a:cubicBezTo>
                    <a:pt x="1789271" y="1308449"/>
                    <a:pt x="1778509" y="1312545"/>
                    <a:pt x="1766983" y="1314260"/>
                  </a:cubicBezTo>
                  <a:cubicBezTo>
                    <a:pt x="1748600" y="1316927"/>
                    <a:pt x="1730311" y="1321880"/>
                    <a:pt x="1711738" y="1315593"/>
                  </a:cubicBezTo>
                  <a:cubicBezTo>
                    <a:pt x="1689164" y="1307973"/>
                    <a:pt x="1666780" y="1299782"/>
                    <a:pt x="1644111" y="1292543"/>
                  </a:cubicBezTo>
                  <a:cubicBezTo>
                    <a:pt x="1635347" y="1289780"/>
                    <a:pt x="1625919" y="1288637"/>
                    <a:pt x="1616774" y="1287399"/>
                  </a:cubicBezTo>
                  <a:cubicBezTo>
                    <a:pt x="1608107" y="1286351"/>
                    <a:pt x="1597725" y="1289018"/>
                    <a:pt x="1591056" y="1285018"/>
                  </a:cubicBezTo>
                  <a:cubicBezTo>
                    <a:pt x="1573911" y="1274731"/>
                    <a:pt x="1556291" y="1269683"/>
                    <a:pt x="1536478" y="1269683"/>
                  </a:cubicBezTo>
                  <a:cubicBezTo>
                    <a:pt x="1529048" y="1269683"/>
                    <a:pt x="1521809" y="1265396"/>
                    <a:pt x="1514285" y="1264634"/>
                  </a:cubicBezTo>
                  <a:cubicBezTo>
                    <a:pt x="1503997" y="1263682"/>
                    <a:pt x="1492186" y="1261110"/>
                    <a:pt x="1483233" y="1264730"/>
                  </a:cubicBezTo>
                  <a:cubicBezTo>
                    <a:pt x="1462183" y="1273302"/>
                    <a:pt x="1445134" y="1266158"/>
                    <a:pt x="1426750" y="1257681"/>
                  </a:cubicBezTo>
                  <a:cubicBezTo>
                    <a:pt x="1408652" y="1249299"/>
                    <a:pt x="1389602" y="1242632"/>
                    <a:pt x="1370362" y="1237107"/>
                  </a:cubicBezTo>
                  <a:cubicBezTo>
                    <a:pt x="1363123" y="1235107"/>
                    <a:pt x="1354456" y="1238441"/>
                    <a:pt x="1346454" y="1239107"/>
                  </a:cubicBezTo>
                  <a:cubicBezTo>
                    <a:pt x="1343596" y="1239298"/>
                    <a:pt x="1340453" y="1239584"/>
                    <a:pt x="1337882" y="1238631"/>
                  </a:cubicBezTo>
                  <a:cubicBezTo>
                    <a:pt x="1313022" y="1229487"/>
                    <a:pt x="1287780" y="1222534"/>
                    <a:pt x="1260825" y="1227296"/>
                  </a:cubicBezTo>
                  <a:cubicBezTo>
                    <a:pt x="1258349" y="1227773"/>
                    <a:pt x="1255586" y="1226725"/>
                    <a:pt x="1253109" y="1226058"/>
                  </a:cubicBezTo>
                  <a:cubicBezTo>
                    <a:pt x="1241012" y="1222629"/>
                    <a:pt x="1229201" y="1217200"/>
                    <a:pt x="1216915" y="1215962"/>
                  </a:cubicBezTo>
                  <a:cubicBezTo>
                    <a:pt x="1186625" y="1212914"/>
                    <a:pt x="1156146" y="1211675"/>
                    <a:pt x="1125664" y="1209675"/>
                  </a:cubicBezTo>
                  <a:cubicBezTo>
                    <a:pt x="1123759" y="1209580"/>
                    <a:pt x="1121759" y="1209580"/>
                    <a:pt x="1120045" y="1208913"/>
                  </a:cubicBezTo>
                  <a:cubicBezTo>
                    <a:pt x="1108805" y="1204817"/>
                    <a:pt x="1098995" y="1206151"/>
                    <a:pt x="1089469" y="1213961"/>
                  </a:cubicBezTo>
                  <a:cubicBezTo>
                    <a:pt x="1085278" y="1217390"/>
                    <a:pt x="1079563" y="1219200"/>
                    <a:pt x="1074325" y="1221105"/>
                  </a:cubicBezTo>
                  <a:cubicBezTo>
                    <a:pt x="1066609" y="1223963"/>
                    <a:pt x="1058704" y="1226725"/>
                    <a:pt x="1050703" y="1228535"/>
                  </a:cubicBezTo>
                  <a:cubicBezTo>
                    <a:pt x="1042797" y="1230249"/>
                    <a:pt x="1034320" y="1232630"/>
                    <a:pt x="1026700" y="1231297"/>
                  </a:cubicBezTo>
                  <a:cubicBezTo>
                    <a:pt x="1012984" y="1228916"/>
                    <a:pt x="999934" y="1223582"/>
                    <a:pt x="986409" y="1220057"/>
                  </a:cubicBezTo>
                  <a:cubicBezTo>
                    <a:pt x="981742" y="1218819"/>
                    <a:pt x="976598" y="1219010"/>
                    <a:pt x="971741" y="1218914"/>
                  </a:cubicBezTo>
                  <a:cubicBezTo>
                    <a:pt x="960596" y="1218629"/>
                    <a:pt x="949166" y="1221391"/>
                    <a:pt x="939070" y="1213485"/>
                  </a:cubicBezTo>
                  <a:cubicBezTo>
                    <a:pt x="929736" y="1206056"/>
                    <a:pt x="920305" y="1208246"/>
                    <a:pt x="910495" y="1213866"/>
                  </a:cubicBezTo>
                  <a:cubicBezTo>
                    <a:pt x="903446" y="1217867"/>
                    <a:pt x="895446" y="1221010"/>
                    <a:pt x="887540" y="1222534"/>
                  </a:cubicBezTo>
                  <a:cubicBezTo>
                    <a:pt x="876681" y="1224629"/>
                    <a:pt x="865918" y="1225487"/>
                    <a:pt x="854202" y="1224248"/>
                  </a:cubicBezTo>
                  <a:cubicBezTo>
                    <a:pt x="845915" y="1223391"/>
                    <a:pt x="839152" y="1223010"/>
                    <a:pt x="832675" y="1217962"/>
                  </a:cubicBezTo>
                  <a:cubicBezTo>
                    <a:pt x="831628" y="1217200"/>
                    <a:pt x="829723" y="1217009"/>
                    <a:pt x="828294" y="1217105"/>
                  </a:cubicBezTo>
                  <a:cubicBezTo>
                    <a:pt x="809530" y="1218724"/>
                    <a:pt x="790956" y="1217867"/>
                    <a:pt x="772001" y="1216723"/>
                  </a:cubicBezTo>
                  <a:cubicBezTo>
                    <a:pt x="747904" y="1215200"/>
                    <a:pt x="722566" y="1219676"/>
                    <a:pt x="701707" y="1235678"/>
                  </a:cubicBezTo>
                  <a:cubicBezTo>
                    <a:pt x="698659" y="1238060"/>
                    <a:pt x="694087" y="1239107"/>
                    <a:pt x="690086" y="1239679"/>
                  </a:cubicBezTo>
                  <a:cubicBezTo>
                    <a:pt x="671227" y="1242155"/>
                    <a:pt x="652272" y="1243870"/>
                    <a:pt x="633412" y="1246632"/>
                  </a:cubicBezTo>
                  <a:cubicBezTo>
                    <a:pt x="623125" y="1248156"/>
                    <a:pt x="612362" y="1249490"/>
                    <a:pt x="603028" y="1253681"/>
                  </a:cubicBezTo>
                  <a:cubicBezTo>
                    <a:pt x="593885" y="1257776"/>
                    <a:pt x="586549" y="1262634"/>
                    <a:pt x="581120" y="1254062"/>
                  </a:cubicBezTo>
                  <a:cubicBezTo>
                    <a:pt x="571406" y="1258634"/>
                    <a:pt x="562927" y="1262444"/>
                    <a:pt x="554642" y="1266539"/>
                  </a:cubicBezTo>
                  <a:cubicBezTo>
                    <a:pt x="551593" y="1268063"/>
                    <a:pt x="549021" y="1270540"/>
                    <a:pt x="545973" y="1271969"/>
                  </a:cubicBezTo>
                  <a:cubicBezTo>
                    <a:pt x="542734" y="1273493"/>
                    <a:pt x="539115" y="1274445"/>
                    <a:pt x="535591" y="1275207"/>
                  </a:cubicBezTo>
                  <a:cubicBezTo>
                    <a:pt x="519874" y="1278636"/>
                    <a:pt x="504158" y="1281779"/>
                    <a:pt x="488538" y="1285494"/>
                  </a:cubicBezTo>
                  <a:cubicBezTo>
                    <a:pt x="485489" y="1286256"/>
                    <a:pt x="482917" y="1289304"/>
                    <a:pt x="480155" y="1291304"/>
                  </a:cubicBezTo>
                  <a:cubicBezTo>
                    <a:pt x="478345" y="1292638"/>
                    <a:pt x="476536" y="1294638"/>
                    <a:pt x="474535" y="1294924"/>
                  </a:cubicBezTo>
                  <a:cubicBezTo>
                    <a:pt x="459295" y="1297210"/>
                    <a:pt x="444151" y="1299877"/>
                    <a:pt x="428816" y="1301020"/>
                  </a:cubicBezTo>
                  <a:cubicBezTo>
                    <a:pt x="415957" y="1301972"/>
                    <a:pt x="403574" y="1301687"/>
                    <a:pt x="400241" y="1318260"/>
                  </a:cubicBezTo>
                  <a:cubicBezTo>
                    <a:pt x="399669" y="1321118"/>
                    <a:pt x="395573" y="1324166"/>
                    <a:pt x="392431" y="1325594"/>
                  </a:cubicBezTo>
                  <a:cubicBezTo>
                    <a:pt x="383477" y="1329690"/>
                    <a:pt x="373951" y="1332452"/>
                    <a:pt x="365093" y="1336643"/>
                  </a:cubicBezTo>
                  <a:cubicBezTo>
                    <a:pt x="336042" y="1350645"/>
                    <a:pt x="305658" y="1359503"/>
                    <a:pt x="273177" y="1357884"/>
                  </a:cubicBezTo>
                  <a:cubicBezTo>
                    <a:pt x="263081" y="1357408"/>
                    <a:pt x="253270" y="1352264"/>
                    <a:pt x="246888" y="1350359"/>
                  </a:cubicBezTo>
                  <a:cubicBezTo>
                    <a:pt x="228506" y="1357884"/>
                    <a:pt x="213075" y="1365123"/>
                    <a:pt x="196977" y="1370552"/>
                  </a:cubicBezTo>
                  <a:cubicBezTo>
                    <a:pt x="182785" y="1375410"/>
                    <a:pt x="167926" y="1378458"/>
                    <a:pt x="153352" y="1381982"/>
                  </a:cubicBezTo>
                  <a:cubicBezTo>
                    <a:pt x="148018" y="1383316"/>
                    <a:pt x="142589" y="1384078"/>
                    <a:pt x="137160" y="1384745"/>
                  </a:cubicBezTo>
                  <a:cubicBezTo>
                    <a:pt x="120206" y="1386840"/>
                    <a:pt x="102489" y="1381792"/>
                    <a:pt x="85917" y="1389793"/>
                  </a:cubicBezTo>
                  <a:cubicBezTo>
                    <a:pt x="77248" y="1393984"/>
                    <a:pt x="68675" y="1399032"/>
                    <a:pt x="59532" y="1401223"/>
                  </a:cubicBezTo>
                  <a:cubicBezTo>
                    <a:pt x="49721" y="1403604"/>
                    <a:pt x="40124" y="1407319"/>
                    <a:pt x="30325" y="1409974"/>
                  </a:cubicBezTo>
                  <a:lnTo>
                    <a:pt x="0" y="1412360"/>
                  </a:lnTo>
                  <a:lnTo>
                    <a:pt x="0" y="1058622"/>
                  </a:lnTo>
                  <a:lnTo>
                    <a:pt x="17145" y="1060228"/>
                  </a:lnTo>
                  <a:cubicBezTo>
                    <a:pt x="26480" y="1061561"/>
                    <a:pt x="35528" y="1066133"/>
                    <a:pt x="44672" y="1066324"/>
                  </a:cubicBezTo>
                  <a:cubicBezTo>
                    <a:pt x="59055" y="1066610"/>
                    <a:pt x="71819" y="1068419"/>
                    <a:pt x="84677" y="1076230"/>
                  </a:cubicBezTo>
                  <a:cubicBezTo>
                    <a:pt x="104108" y="1087946"/>
                    <a:pt x="120110" y="1082993"/>
                    <a:pt x="132017" y="1064990"/>
                  </a:cubicBezTo>
                  <a:cubicBezTo>
                    <a:pt x="133255" y="1063181"/>
                    <a:pt x="134874" y="1060799"/>
                    <a:pt x="136779" y="1060323"/>
                  </a:cubicBezTo>
                  <a:cubicBezTo>
                    <a:pt x="153639" y="1056132"/>
                    <a:pt x="170974" y="1048131"/>
                    <a:pt x="187547" y="1049179"/>
                  </a:cubicBezTo>
                  <a:cubicBezTo>
                    <a:pt x="216789" y="1051084"/>
                    <a:pt x="244316" y="1048798"/>
                    <a:pt x="270891" y="1036415"/>
                  </a:cubicBezTo>
                  <a:cubicBezTo>
                    <a:pt x="272510" y="1035653"/>
                    <a:pt x="274987" y="1034891"/>
                    <a:pt x="276320" y="1035558"/>
                  </a:cubicBezTo>
                  <a:cubicBezTo>
                    <a:pt x="292322" y="1043845"/>
                    <a:pt x="309848" y="1050417"/>
                    <a:pt x="323755" y="1061561"/>
                  </a:cubicBezTo>
                  <a:cubicBezTo>
                    <a:pt x="336995" y="1072134"/>
                    <a:pt x="352997" y="1072229"/>
                    <a:pt x="361855" y="1057942"/>
                  </a:cubicBezTo>
                  <a:cubicBezTo>
                    <a:pt x="366236" y="1050893"/>
                    <a:pt x="372332" y="1042702"/>
                    <a:pt x="379571" y="1039939"/>
                  </a:cubicBezTo>
                  <a:cubicBezTo>
                    <a:pt x="395954" y="1033653"/>
                    <a:pt x="413481" y="1030414"/>
                    <a:pt x="430530" y="1025747"/>
                  </a:cubicBezTo>
                  <a:cubicBezTo>
                    <a:pt x="451581" y="1020032"/>
                    <a:pt x="472345" y="1020032"/>
                    <a:pt x="493300" y="1027176"/>
                  </a:cubicBezTo>
                  <a:cubicBezTo>
                    <a:pt x="508064" y="1032224"/>
                    <a:pt x="523113" y="1032224"/>
                    <a:pt x="537782" y="1025366"/>
                  </a:cubicBezTo>
                  <a:cubicBezTo>
                    <a:pt x="545687" y="1021652"/>
                    <a:pt x="553784" y="1017842"/>
                    <a:pt x="562166" y="1015746"/>
                  </a:cubicBezTo>
                  <a:cubicBezTo>
                    <a:pt x="567595" y="1014412"/>
                    <a:pt x="573881" y="1015651"/>
                    <a:pt x="579596" y="1016699"/>
                  </a:cubicBezTo>
                  <a:cubicBezTo>
                    <a:pt x="590645" y="1018794"/>
                    <a:pt x="602075" y="1025176"/>
                    <a:pt x="612362" y="1023557"/>
                  </a:cubicBezTo>
                  <a:cubicBezTo>
                    <a:pt x="647891" y="1017842"/>
                    <a:pt x="681419" y="1031272"/>
                    <a:pt x="716090" y="1031653"/>
                  </a:cubicBezTo>
                  <a:cubicBezTo>
                    <a:pt x="731806" y="1031843"/>
                    <a:pt x="747332" y="1034891"/>
                    <a:pt x="758381" y="1018985"/>
                  </a:cubicBezTo>
                  <a:cubicBezTo>
                    <a:pt x="759809" y="1016889"/>
                    <a:pt x="766763" y="1018032"/>
                    <a:pt x="771049" y="1018699"/>
                  </a:cubicBezTo>
                  <a:cubicBezTo>
                    <a:pt x="780574" y="1020128"/>
                    <a:pt x="790004" y="1023747"/>
                    <a:pt x="799433" y="1023652"/>
                  </a:cubicBezTo>
                  <a:cubicBezTo>
                    <a:pt x="818960" y="1023557"/>
                    <a:pt x="838581" y="1022033"/>
                    <a:pt x="858012" y="1020318"/>
                  </a:cubicBezTo>
                  <a:cubicBezTo>
                    <a:pt x="865346" y="1019651"/>
                    <a:pt x="872395" y="1017080"/>
                    <a:pt x="879634" y="1015270"/>
                  </a:cubicBezTo>
                  <a:cubicBezTo>
                    <a:pt x="883634" y="1014222"/>
                    <a:pt x="887921" y="1011460"/>
                    <a:pt x="891635" y="1012031"/>
                  </a:cubicBezTo>
                  <a:cubicBezTo>
                    <a:pt x="913162" y="1015365"/>
                    <a:pt x="932879" y="1007174"/>
                    <a:pt x="953262" y="1003078"/>
                  </a:cubicBezTo>
                  <a:cubicBezTo>
                    <a:pt x="962692" y="1001173"/>
                    <a:pt x="971550" y="996601"/>
                    <a:pt x="980694" y="993458"/>
                  </a:cubicBezTo>
                  <a:cubicBezTo>
                    <a:pt x="983075" y="992600"/>
                    <a:pt x="985742" y="991838"/>
                    <a:pt x="988124" y="992029"/>
                  </a:cubicBezTo>
                  <a:cubicBezTo>
                    <a:pt x="1001744" y="993172"/>
                    <a:pt x="1015270" y="994791"/>
                    <a:pt x="1028795" y="996029"/>
                  </a:cubicBezTo>
                  <a:cubicBezTo>
                    <a:pt x="1041083" y="997172"/>
                    <a:pt x="1053465" y="997553"/>
                    <a:pt x="1059275" y="1011555"/>
                  </a:cubicBezTo>
                  <a:cubicBezTo>
                    <a:pt x="1060133" y="1013746"/>
                    <a:pt x="1062990" y="1015365"/>
                    <a:pt x="1065181" y="1016794"/>
                  </a:cubicBezTo>
                  <a:cubicBezTo>
                    <a:pt x="1098995" y="1038797"/>
                    <a:pt x="1117092" y="1038225"/>
                    <a:pt x="1150144" y="1014984"/>
                  </a:cubicBezTo>
                  <a:cubicBezTo>
                    <a:pt x="1153573" y="1012603"/>
                    <a:pt x="1160907" y="1010888"/>
                    <a:pt x="1163193" y="1012793"/>
                  </a:cubicBezTo>
                  <a:cubicBezTo>
                    <a:pt x="1182624" y="1028605"/>
                    <a:pt x="1203865" y="1026890"/>
                    <a:pt x="1226249" y="1021937"/>
                  </a:cubicBezTo>
                  <a:cubicBezTo>
                    <a:pt x="1232059" y="1020604"/>
                    <a:pt x="1240251" y="1020604"/>
                    <a:pt x="1244632" y="1023747"/>
                  </a:cubicBezTo>
                  <a:cubicBezTo>
                    <a:pt x="1265492" y="1038320"/>
                    <a:pt x="1287876" y="1036225"/>
                    <a:pt x="1310545" y="1031939"/>
                  </a:cubicBezTo>
                  <a:cubicBezTo>
                    <a:pt x="1314069" y="1031272"/>
                    <a:pt x="1318356" y="1027652"/>
                    <a:pt x="1319879" y="1024319"/>
                  </a:cubicBezTo>
                  <a:cubicBezTo>
                    <a:pt x="1325309" y="1012508"/>
                    <a:pt x="1335501" y="1008507"/>
                    <a:pt x="1346740" y="1005173"/>
                  </a:cubicBezTo>
                  <a:cubicBezTo>
                    <a:pt x="1364457" y="999744"/>
                    <a:pt x="1381887" y="993362"/>
                    <a:pt x="1399699" y="988219"/>
                  </a:cubicBezTo>
                  <a:cubicBezTo>
                    <a:pt x="1404081" y="986981"/>
                    <a:pt x="1409510" y="987743"/>
                    <a:pt x="1414082" y="989171"/>
                  </a:cubicBezTo>
                  <a:cubicBezTo>
                    <a:pt x="1429703" y="994029"/>
                    <a:pt x="1439609" y="1006221"/>
                    <a:pt x="1450467" y="1017461"/>
                  </a:cubicBezTo>
                  <a:cubicBezTo>
                    <a:pt x="1455230" y="1022414"/>
                    <a:pt x="1461802" y="1025938"/>
                    <a:pt x="1468184" y="1028795"/>
                  </a:cubicBezTo>
                  <a:cubicBezTo>
                    <a:pt x="1484757" y="1036130"/>
                    <a:pt x="1501712" y="1042702"/>
                    <a:pt x="1518476" y="1049655"/>
                  </a:cubicBezTo>
                  <a:cubicBezTo>
                    <a:pt x="1520095" y="1050322"/>
                    <a:pt x="1521428" y="1052036"/>
                    <a:pt x="1522667" y="1053465"/>
                  </a:cubicBezTo>
                  <a:cubicBezTo>
                    <a:pt x="1535049" y="1068515"/>
                    <a:pt x="1547336" y="1083659"/>
                    <a:pt x="1559814" y="1098709"/>
                  </a:cubicBezTo>
                  <a:cubicBezTo>
                    <a:pt x="1562195" y="1101566"/>
                    <a:pt x="1565625" y="1103662"/>
                    <a:pt x="1568196" y="1106424"/>
                  </a:cubicBezTo>
                  <a:cubicBezTo>
                    <a:pt x="1571816" y="1110234"/>
                    <a:pt x="1576388" y="1113854"/>
                    <a:pt x="1578293" y="1118426"/>
                  </a:cubicBezTo>
                  <a:cubicBezTo>
                    <a:pt x="1584198" y="1132808"/>
                    <a:pt x="1595533" y="1139000"/>
                    <a:pt x="1609820" y="1141667"/>
                  </a:cubicBezTo>
                  <a:cubicBezTo>
                    <a:pt x="1622870" y="1144143"/>
                    <a:pt x="1635919" y="1146239"/>
                    <a:pt x="1648873" y="1149096"/>
                  </a:cubicBezTo>
                  <a:cubicBezTo>
                    <a:pt x="1664684" y="1152525"/>
                    <a:pt x="1680401" y="1156240"/>
                    <a:pt x="1696022" y="1160431"/>
                  </a:cubicBezTo>
                  <a:cubicBezTo>
                    <a:pt x="1702784" y="1162241"/>
                    <a:pt x="1709928" y="1164336"/>
                    <a:pt x="1715739" y="1168051"/>
                  </a:cubicBezTo>
                  <a:cubicBezTo>
                    <a:pt x="1732026" y="1178338"/>
                    <a:pt x="1749457" y="1185291"/>
                    <a:pt x="1768602" y="1182529"/>
                  </a:cubicBezTo>
                  <a:cubicBezTo>
                    <a:pt x="1783937" y="1180338"/>
                    <a:pt x="1796796" y="1185958"/>
                    <a:pt x="1806321" y="1194721"/>
                  </a:cubicBezTo>
                  <a:cubicBezTo>
                    <a:pt x="1823657" y="1210628"/>
                    <a:pt x="1842230" y="1207008"/>
                    <a:pt x="1860709" y="1201865"/>
                  </a:cubicBezTo>
                  <a:cubicBezTo>
                    <a:pt x="1870234" y="1199198"/>
                    <a:pt x="1878044" y="1199579"/>
                    <a:pt x="1887093" y="1202150"/>
                  </a:cubicBezTo>
                  <a:cubicBezTo>
                    <a:pt x="1908048" y="1208151"/>
                    <a:pt x="1922050" y="1224439"/>
                    <a:pt x="1935575" y="1238726"/>
                  </a:cubicBezTo>
                  <a:cubicBezTo>
                    <a:pt x="1947101" y="1250918"/>
                    <a:pt x="1960055" y="1257776"/>
                    <a:pt x="1974247" y="1262920"/>
                  </a:cubicBezTo>
                  <a:cubicBezTo>
                    <a:pt x="1992154" y="1269492"/>
                    <a:pt x="2006346" y="1267016"/>
                    <a:pt x="2014919" y="1251204"/>
                  </a:cubicBezTo>
                  <a:cubicBezTo>
                    <a:pt x="2017300" y="1246727"/>
                    <a:pt x="2021491" y="1241488"/>
                    <a:pt x="2025968" y="1240155"/>
                  </a:cubicBezTo>
                  <a:cubicBezTo>
                    <a:pt x="2047589" y="1233488"/>
                    <a:pt x="2069497" y="1223772"/>
                    <a:pt x="2092643" y="1229678"/>
                  </a:cubicBezTo>
                  <a:cubicBezTo>
                    <a:pt x="2124647" y="1237774"/>
                    <a:pt x="2155889" y="1237298"/>
                    <a:pt x="2187893" y="1229297"/>
                  </a:cubicBezTo>
                  <a:cubicBezTo>
                    <a:pt x="2239804" y="1216343"/>
                    <a:pt x="2291715" y="1202627"/>
                    <a:pt x="2346294" y="1205484"/>
                  </a:cubicBezTo>
                  <a:cubicBezTo>
                    <a:pt x="2355342" y="1205960"/>
                    <a:pt x="2366105" y="1200150"/>
                    <a:pt x="2373916" y="1194435"/>
                  </a:cubicBezTo>
                  <a:cubicBezTo>
                    <a:pt x="2388870" y="1183577"/>
                    <a:pt x="2388203" y="1182719"/>
                    <a:pt x="2404967" y="1191673"/>
                  </a:cubicBezTo>
                  <a:cubicBezTo>
                    <a:pt x="2408968" y="1193864"/>
                    <a:pt x="2413921" y="1195197"/>
                    <a:pt x="2416874" y="1198436"/>
                  </a:cubicBezTo>
                  <a:cubicBezTo>
                    <a:pt x="2431923" y="1214914"/>
                    <a:pt x="2450497" y="1210913"/>
                    <a:pt x="2468975" y="1208532"/>
                  </a:cubicBezTo>
                  <a:cubicBezTo>
                    <a:pt x="2472214" y="1208056"/>
                    <a:pt x="2476119" y="1207389"/>
                    <a:pt x="2478882" y="1208723"/>
                  </a:cubicBezTo>
                  <a:cubicBezTo>
                    <a:pt x="2491359" y="1214723"/>
                    <a:pt x="2501932" y="1212628"/>
                    <a:pt x="2512791" y="1204436"/>
                  </a:cubicBezTo>
                  <a:cubicBezTo>
                    <a:pt x="2522220" y="1197388"/>
                    <a:pt x="2533079" y="1193197"/>
                    <a:pt x="2544223" y="1201960"/>
                  </a:cubicBezTo>
                  <a:cubicBezTo>
                    <a:pt x="2568988" y="1221391"/>
                    <a:pt x="2595467" y="1222343"/>
                    <a:pt x="2623471" y="1210056"/>
                  </a:cubicBezTo>
                  <a:cubicBezTo>
                    <a:pt x="2643473" y="1201293"/>
                    <a:pt x="2663190" y="1199293"/>
                    <a:pt x="2684241" y="1208151"/>
                  </a:cubicBezTo>
                  <a:cubicBezTo>
                    <a:pt x="2692337" y="1211580"/>
                    <a:pt x="2702814" y="1209294"/>
                    <a:pt x="2712244" y="1210056"/>
                  </a:cubicBezTo>
                  <a:cubicBezTo>
                    <a:pt x="2717578" y="1210437"/>
                    <a:pt x="2723484" y="1210532"/>
                    <a:pt x="2728055" y="1212914"/>
                  </a:cubicBezTo>
                  <a:cubicBezTo>
                    <a:pt x="2740248" y="1219010"/>
                    <a:pt x="2751582" y="1226820"/>
                    <a:pt x="2763869" y="1232821"/>
                  </a:cubicBezTo>
                  <a:cubicBezTo>
                    <a:pt x="2769775" y="1235678"/>
                    <a:pt x="2776823" y="1237202"/>
                    <a:pt x="2783491" y="1237298"/>
                  </a:cubicBezTo>
                  <a:cubicBezTo>
                    <a:pt x="2803208" y="1237774"/>
                    <a:pt x="2822925" y="1237774"/>
                    <a:pt x="2842546" y="1236917"/>
                  </a:cubicBezTo>
                  <a:cubicBezTo>
                    <a:pt x="2874931" y="1235583"/>
                    <a:pt x="2907792" y="1235297"/>
                    <a:pt x="2931128" y="1206913"/>
                  </a:cubicBezTo>
                  <a:cubicBezTo>
                    <a:pt x="2933034" y="1204627"/>
                    <a:pt x="2937129" y="1203293"/>
                    <a:pt x="2940368" y="1202912"/>
                  </a:cubicBezTo>
                  <a:cubicBezTo>
                    <a:pt x="2955322" y="1201103"/>
                    <a:pt x="2970657" y="1200912"/>
                    <a:pt x="2985421" y="1197959"/>
                  </a:cubicBezTo>
                  <a:cubicBezTo>
                    <a:pt x="2997232" y="1195578"/>
                    <a:pt x="3007043" y="1196340"/>
                    <a:pt x="3015996" y="1204722"/>
                  </a:cubicBezTo>
                  <a:cubicBezTo>
                    <a:pt x="3027712" y="1215771"/>
                    <a:pt x="3042000" y="1222248"/>
                    <a:pt x="3057621" y="1218724"/>
                  </a:cubicBezTo>
                  <a:cubicBezTo>
                    <a:pt x="3073241" y="1215295"/>
                    <a:pt x="3083528" y="1222724"/>
                    <a:pt x="3095054" y="1230440"/>
                  </a:cubicBezTo>
                  <a:cubicBezTo>
                    <a:pt x="3103436" y="1236059"/>
                    <a:pt x="3112961" y="1243108"/>
                    <a:pt x="3122295" y="1243679"/>
                  </a:cubicBezTo>
                  <a:cubicBezTo>
                    <a:pt x="3143441" y="1244917"/>
                    <a:pt x="3161634" y="1264539"/>
                    <a:pt x="3184589" y="1253395"/>
                  </a:cubicBezTo>
                  <a:cubicBezTo>
                    <a:pt x="3186113" y="1252633"/>
                    <a:pt x="3188875" y="1254538"/>
                    <a:pt x="3191066" y="1255014"/>
                  </a:cubicBezTo>
                  <a:cubicBezTo>
                    <a:pt x="3208592" y="1258634"/>
                    <a:pt x="3225070" y="1255109"/>
                    <a:pt x="3237929" y="1243203"/>
                  </a:cubicBezTo>
                  <a:cubicBezTo>
                    <a:pt x="3254788" y="1227677"/>
                    <a:pt x="3273457" y="1226153"/>
                    <a:pt x="3294221" y="1231202"/>
                  </a:cubicBezTo>
                  <a:cubicBezTo>
                    <a:pt x="3300889" y="1232821"/>
                    <a:pt x="3307557" y="1233964"/>
                    <a:pt x="3314319" y="1235297"/>
                  </a:cubicBezTo>
                  <a:cubicBezTo>
                    <a:pt x="3323463" y="1237202"/>
                    <a:pt x="3332703" y="1239203"/>
                    <a:pt x="3341846" y="1241108"/>
                  </a:cubicBezTo>
                  <a:cubicBezTo>
                    <a:pt x="3350705" y="1243013"/>
                    <a:pt x="3360516" y="1246251"/>
                    <a:pt x="3367373" y="1238060"/>
                  </a:cubicBezTo>
                  <a:cubicBezTo>
                    <a:pt x="3373279" y="1231011"/>
                    <a:pt x="3377470" y="1231678"/>
                    <a:pt x="3382899" y="1237774"/>
                  </a:cubicBezTo>
                  <a:cubicBezTo>
                    <a:pt x="3401759" y="1259110"/>
                    <a:pt x="3424619" y="1272445"/>
                    <a:pt x="3453765" y="1273397"/>
                  </a:cubicBezTo>
                  <a:cubicBezTo>
                    <a:pt x="3459766" y="1273588"/>
                    <a:pt x="3465862" y="1274921"/>
                    <a:pt x="3471767" y="1276350"/>
                  </a:cubicBezTo>
                  <a:cubicBezTo>
                    <a:pt x="3475387" y="1277207"/>
                    <a:pt x="3479769" y="1278160"/>
                    <a:pt x="3481959" y="1280732"/>
                  </a:cubicBezTo>
                  <a:cubicBezTo>
                    <a:pt x="3499009" y="1300353"/>
                    <a:pt x="3520250" y="1313974"/>
                    <a:pt x="3543396" y="1324928"/>
                  </a:cubicBezTo>
                  <a:cubicBezTo>
                    <a:pt x="3551682" y="1328833"/>
                    <a:pt x="3560541" y="1332738"/>
                    <a:pt x="3569494" y="1333881"/>
                  </a:cubicBezTo>
                  <a:cubicBezTo>
                    <a:pt x="3578828" y="1335024"/>
                    <a:pt x="3588639" y="1333119"/>
                    <a:pt x="3598164" y="1332071"/>
                  </a:cubicBezTo>
                  <a:cubicBezTo>
                    <a:pt x="3603784" y="1331500"/>
                    <a:pt x="3610261" y="1331595"/>
                    <a:pt x="3614738" y="1328833"/>
                  </a:cubicBezTo>
                  <a:cubicBezTo>
                    <a:pt x="3628930" y="1320165"/>
                    <a:pt x="3642646" y="1310831"/>
                    <a:pt x="3655886" y="1300734"/>
                  </a:cubicBezTo>
                  <a:cubicBezTo>
                    <a:pt x="3667221" y="1292066"/>
                    <a:pt x="3669507" y="1290828"/>
                    <a:pt x="3679317" y="1301687"/>
                  </a:cubicBezTo>
                  <a:cubicBezTo>
                    <a:pt x="3689414" y="1312831"/>
                    <a:pt x="3701987" y="1318641"/>
                    <a:pt x="3715893" y="1321022"/>
                  </a:cubicBezTo>
                  <a:cubicBezTo>
                    <a:pt x="3737896" y="1324737"/>
                    <a:pt x="3760089" y="1327880"/>
                    <a:pt x="3782282" y="1329690"/>
                  </a:cubicBezTo>
                  <a:cubicBezTo>
                    <a:pt x="3802380" y="1331309"/>
                    <a:pt x="3812000" y="1322546"/>
                    <a:pt x="3816001" y="1302639"/>
                  </a:cubicBezTo>
                  <a:cubicBezTo>
                    <a:pt x="3818287" y="1291590"/>
                    <a:pt x="3821240" y="1279588"/>
                    <a:pt x="3833431" y="1276636"/>
                  </a:cubicBezTo>
                  <a:cubicBezTo>
                    <a:pt x="3853339" y="1271873"/>
                    <a:pt x="3874008" y="1269778"/>
                    <a:pt x="3883819" y="1246442"/>
                  </a:cubicBezTo>
                  <a:cubicBezTo>
                    <a:pt x="3889248" y="1251585"/>
                    <a:pt x="3892582" y="1254633"/>
                    <a:pt x="3895821" y="1257681"/>
                  </a:cubicBezTo>
                  <a:cubicBezTo>
                    <a:pt x="3904774" y="1266158"/>
                    <a:pt x="3923347" y="1269778"/>
                    <a:pt x="3932778" y="1262444"/>
                  </a:cubicBezTo>
                  <a:cubicBezTo>
                    <a:pt x="3946684" y="1251776"/>
                    <a:pt x="3959448" y="1253776"/>
                    <a:pt x="3972782" y="1262063"/>
                  </a:cubicBezTo>
                  <a:cubicBezTo>
                    <a:pt x="3995071" y="1275779"/>
                    <a:pt x="4019931" y="1272635"/>
                    <a:pt x="4042505" y="1267111"/>
                  </a:cubicBezTo>
                  <a:cubicBezTo>
                    <a:pt x="4059555" y="1263015"/>
                    <a:pt x="4077748" y="1255490"/>
                    <a:pt x="4088892" y="1238250"/>
                  </a:cubicBezTo>
                  <a:cubicBezTo>
                    <a:pt x="4092416" y="1232726"/>
                    <a:pt x="4100322" y="1229963"/>
                    <a:pt x="4106609" y="1226344"/>
                  </a:cubicBezTo>
                  <a:cubicBezTo>
                    <a:pt x="4111848" y="1223391"/>
                    <a:pt x="4117372" y="1220629"/>
                    <a:pt x="4123182" y="1218724"/>
                  </a:cubicBezTo>
                  <a:cubicBezTo>
                    <a:pt x="4129373" y="1216628"/>
                    <a:pt x="4136232" y="1213580"/>
                    <a:pt x="4142328" y="1214438"/>
                  </a:cubicBezTo>
                  <a:cubicBezTo>
                    <a:pt x="4160806" y="1216914"/>
                    <a:pt x="4175475" y="1212056"/>
                    <a:pt x="4188524" y="1198245"/>
                  </a:cubicBezTo>
                  <a:cubicBezTo>
                    <a:pt x="4195287" y="1191101"/>
                    <a:pt x="4205288" y="1182434"/>
                    <a:pt x="4213860" y="1182338"/>
                  </a:cubicBezTo>
                  <a:cubicBezTo>
                    <a:pt x="4234720" y="1182053"/>
                    <a:pt x="4252055" y="1175195"/>
                    <a:pt x="4270820" y="1167003"/>
                  </a:cubicBezTo>
                  <a:cubicBezTo>
                    <a:pt x="4282916" y="1161764"/>
                    <a:pt x="4296632" y="1158145"/>
                    <a:pt x="4309587" y="1153287"/>
                  </a:cubicBezTo>
                  <a:cubicBezTo>
                    <a:pt x="4324731" y="1147572"/>
                    <a:pt x="4341210" y="1145477"/>
                    <a:pt x="4350449" y="1129665"/>
                  </a:cubicBezTo>
                  <a:cubicBezTo>
                    <a:pt x="4351496" y="1127951"/>
                    <a:pt x="4354640" y="1127665"/>
                    <a:pt x="4356164" y="1126046"/>
                  </a:cubicBezTo>
                  <a:cubicBezTo>
                    <a:pt x="4361021" y="1121093"/>
                    <a:pt x="4367308" y="1116521"/>
                    <a:pt x="4369880" y="1110520"/>
                  </a:cubicBezTo>
                  <a:cubicBezTo>
                    <a:pt x="4377309" y="1092994"/>
                    <a:pt x="4383119" y="1074896"/>
                    <a:pt x="4389787" y="1057085"/>
                  </a:cubicBezTo>
                  <a:cubicBezTo>
                    <a:pt x="4391216" y="1053275"/>
                    <a:pt x="4392549" y="1048417"/>
                    <a:pt x="4395502" y="1046226"/>
                  </a:cubicBezTo>
                  <a:cubicBezTo>
                    <a:pt x="4412552" y="1033653"/>
                    <a:pt x="4429888" y="1021556"/>
                    <a:pt x="4447413" y="1009650"/>
                  </a:cubicBezTo>
                  <a:cubicBezTo>
                    <a:pt x="4454462" y="1004887"/>
                    <a:pt x="4460367" y="1007555"/>
                    <a:pt x="4466654" y="1013079"/>
                  </a:cubicBezTo>
                  <a:cubicBezTo>
                    <a:pt x="4472750" y="1018318"/>
                    <a:pt x="4480275" y="1023747"/>
                    <a:pt x="4487894" y="1025081"/>
                  </a:cubicBezTo>
                  <a:cubicBezTo>
                    <a:pt x="4503135" y="1027652"/>
                    <a:pt x="4518946" y="1028224"/>
                    <a:pt x="4534472" y="1028224"/>
                  </a:cubicBezTo>
                  <a:cubicBezTo>
                    <a:pt x="4540282" y="1028224"/>
                    <a:pt x="4546473" y="1024795"/>
                    <a:pt x="4551903" y="1022033"/>
                  </a:cubicBezTo>
                  <a:cubicBezTo>
                    <a:pt x="4562189" y="1016794"/>
                    <a:pt x="4571714" y="1009745"/>
                    <a:pt x="4582382" y="1005364"/>
                  </a:cubicBezTo>
                  <a:cubicBezTo>
                    <a:pt x="4594765" y="1000316"/>
                    <a:pt x="4602194" y="992219"/>
                    <a:pt x="4605909" y="979551"/>
                  </a:cubicBezTo>
                  <a:cubicBezTo>
                    <a:pt x="4611434" y="960692"/>
                    <a:pt x="4624579" y="947547"/>
                    <a:pt x="4640104" y="936879"/>
                  </a:cubicBezTo>
                  <a:cubicBezTo>
                    <a:pt x="4659821" y="923258"/>
                    <a:pt x="4683348" y="923925"/>
                    <a:pt x="4705731" y="920591"/>
                  </a:cubicBezTo>
                  <a:cubicBezTo>
                    <a:pt x="4714304" y="919353"/>
                    <a:pt x="4723162" y="918305"/>
                    <a:pt x="4730973" y="915162"/>
                  </a:cubicBezTo>
                  <a:cubicBezTo>
                    <a:pt x="4760595" y="903351"/>
                    <a:pt x="4790218" y="892112"/>
                    <a:pt x="4822794" y="892397"/>
                  </a:cubicBezTo>
                  <a:cubicBezTo>
                    <a:pt x="4825460" y="892397"/>
                    <a:pt x="4828128" y="892112"/>
                    <a:pt x="4830794" y="891635"/>
                  </a:cubicBezTo>
                  <a:cubicBezTo>
                    <a:pt x="4853940" y="887730"/>
                    <a:pt x="4877848" y="886206"/>
                    <a:pt x="4894421" y="865442"/>
                  </a:cubicBezTo>
                  <a:cubicBezTo>
                    <a:pt x="4897469" y="861632"/>
                    <a:pt x="4904422" y="860489"/>
                    <a:pt x="4909756" y="858964"/>
                  </a:cubicBezTo>
                  <a:cubicBezTo>
                    <a:pt x="4918996" y="856488"/>
                    <a:pt x="4925188" y="851440"/>
                    <a:pt x="4928521" y="842391"/>
                  </a:cubicBezTo>
                  <a:cubicBezTo>
                    <a:pt x="4934141" y="826770"/>
                    <a:pt x="4940808" y="811435"/>
                    <a:pt x="4945857" y="795623"/>
                  </a:cubicBezTo>
                  <a:cubicBezTo>
                    <a:pt x="4949381" y="784765"/>
                    <a:pt x="4955953" y="778764"/>
                    <a:pt x="4966145" y="774287"/>
                  </a:cubicBezTo>
                  <a:cubicBezTo>
                    <a:pt x="4971860" y="771811"/>
                    <a:pt x="4976813" y="766382"/>
                    <a:pt x="4980909" y="761333"/>
                  </a:cubicBezTo>
                  <a:cubicBezTo>
                    <a:pt x="4985862" y="755237"/>
                    <a:pt x="4988433" y="747141"/>
                    <a:pt x="4993862" y="741712"/>
                  </a:cubicBezTo>
                  <a:cubicBezTo>
                    <a:pt x="5007102" y="728186"/>
                    <a:pt x="5011198" y="713232"/>
                    <a:pt x="5006816" y="694754"/>
                  </a:cubicBezTo>
                  <a:cubicBezTo>
                    <a:pt x="5002911" y="678371"/>
                    <a:pt x="5013198" y="656463"/>
                    <a:pt x="5026724" y="653129"/>
                  </a:cubicBezTo>
                  <a:cubicBezTo>
                    <a:pt x="5041678" y="649414"/>
                    <a:pt x="5051965" y="640271"/>
                    <a:pt x="5062538" y="630079"/>
                  </a:cubicBezTo>
                  <a:cubicBezTo>
                    <a:pt x="5068443" y="624364"/>
                    <a:pt x="5076730" y="619411"/>
                    <a:pt x="5084731" y="617982"/>
                  </a:cubicBezTo>
                  <a:cubicBezTo>
                    <a:pt x="5115116" y="612458"/>
                    <a:pt x="5143786" y="619220"/>
                    <a:pt x="5172647" y="630174"/>
                  </a:cubicBezTo>
                  <a:cubicBezTo>
                    <a:pt x="5191506" y="637318"/>
                    <a:pt x="5212461" y="639223"/>
                    <a:pt x="5232654" y="642080"/>
                  </a:cubicBezTo>
                  <a:cubicBezTo>
                    <a:pt x="5238941" y="642937"/>
                    <a:pt x="5246942" y="641033"/>
                    <a:pt x="5252371" y="637508"/>
                  </a:cubicBezTo>
                  <a:cubicBezTo>
                    <a:pt x="5271421" y="625316"/>
                    <a:pt x="5290376" y="612743"/>
                    <a:pt x="5308092" y="598646"/>
                  </a:cubicBezTo>
                  <a:cubicBezTo>
                    <a:pt x="5324571" y="585407"/>
                    <a:pt x="5343144" y="579882"/>
                    <a:pt x="5363147" y="581311"/>
                  </a:cubicBezTo>
                  <a:cubicBezTo>
                    <a:pt x="5377720" y="582359"/>
                    <a:pt x="5390864" y="579977"/>
                    <a:pt x="5404580" y="576358"/>
                  </a:cubicBezTo>
                  <a:cubicBezTo>
                    <a:pt x="5416010" y="573310"/>
                    <a:pt x="5428583" y="571214"/>
                    <a:pt x="5440203" y="572548"/>
                  </a:cubicBezTo>
                  <a:cubicBezTo>
                    <a:pt x="5456491" y="574453"/>
                    <a:pt x="5469922" y="571691"/>
                    <a:pt x="5482971" y="561880"/>
                  </a:cubicBezTo>
                  <a:cubicBezTo>
                    <a:pt x="5489924" y="556641"/>
                    <a:pt x="5498878" y="553879"/>
                    <a:pt x="5507165" y="550259"/>
                  </a:cubicBezTo>
                  <a:cubicBezTo>
                    <a:pt x="5519928" y="544640"/>
                    <a:pt x="5533168" y="539877"/>
                    <a:pt x="5545645" y="533591"/>
                  </a:cubicBezTo>
                  <a:cubicBezTo>
                    <a:pt x="5559076" y="526923"/>
                    <a:pt x="5571363" y="517684"/>
                    <a:pt x="5585079" y="511969"/>
                  </a:cubicBezTo>
                  <a:cubicBezTo>
                    <a:pt x="5599843" y="505778"/>
                    <a:pt x="5609368" y="496348"/>
                    <a:pt x="5615368" y="481679"/>
                  </a:cubicBezTo>
                  <a:cubicBezTo>
                    <a:pt x="5619179" y="472440"/>
                    <a:pt x="5624417" y="462629"/>
                    <a:pt x="5631656" y="456152"/>
                  </a:cubicBezTo>
                  <a:cubicBezTo>
                    <a:pt x="5646611" y="442913"/>
                    <a:pt x="5664136" y="432625"/>
                    <a:pt x="5679377" y="419576"/>
                  </a:cubicBezTo>
                  <a:cubicBezTo>
                    <a:pt x="5700808" y="401288"/>
                    <a:pt x="5720620" y="381857"/>
                    <a:pt x="5722525" y="350615"/>
                  </a:cubicBezTo>
                  <a:cubicBezTo>
                    <a:pt x="5723572" y="333375"/>
                    <a:pt x="5732716" y="326041"/>
                    <a:pt x="5749576" y="321945"/>
                  </a:cubicBezTo>
                  <a:cubicBezTo>
                    <a:pt x="5755195" y="320612"/>
                    <a:pt x="5763197" y="318040"/>
                    <a:pt x="5764911" y="313849"/>
                  </a:cubicBezTo>
                  <a:cubicBezTo>
                    <a:pt x="5770054" y="301371"/>
                    <a:pt x="5780722" y="298895"/>
                    <a:pt x="5791009" y="293942"/>
                  </a:cubicBezTo>
                  <a:cubicBezTo>
                    <a:pt x="5797201" y="290989"/>
                    <a:pt x="5804821" y="285179"/>
                    <a:pt x="5806440" y="279178"/>
                  </a:cubicBezTo>
                  <a:cubicBezTo>
                    <a:pt x="5813107" y="254889"/>
                    <a:pt x="5831395" y="240602"/>
                    <a:pt x="5848636" y="224885"/>
                  </a:cubicBezTo>
                  <a:cubicBezTo>
                    <a:pt x="5853684" y="220218"/>
                    <a:pt x="5859113" y="214884"/>
                    <a:pt x="5861590" y="208788"/>
                  </a:cubicBezTo>
                  <a:cubicBezTo>
                    <a:pt x="5866829" y="195643"/>
                    <a:pt x="5874639" y="186118"/>
                    <a:pt x="5888355" y="181166"/>
                  </a:cubicBezTo>
                  <a:cubicBezTo>
                    <a:pt x="5892736" y="179642"/>
                    <a:pt x="5896737" y="176117"/>
                    <a:pt x="5900071" y="172784"/>
                  </a:cubicBezTo>
                  <a:cubicBezTo>
                    <a:pt x="5907215" y="165545"/>
                    <a:pt x="5913215" y="157067"/>
                    <a:pt x="5920740" y="150305"/>
                  </a:cubicBezTo>
                  <a:cubicBezTo>
                    <a:pt x="5939885" y="132874"/>
                    <a:pt x="5958840" y="115729"/>
                    <a:pt x="5969985" y="91345"/>
                  </a:cubicBezTo>
                  <a:cubicBezTo>
                    <a:pt x="5975413" y="79439"/>
                    <a:pt x="5981605" y="66485"/>
                    <a:pt x="5991130" y="58293"/>
                  </a:cubicBezTo>
                  <a:cubicBezTo>
                    <a:pt x="6003227" y="47911"/>
                    <a:pt x="6019133" y="42005"/>
                    <a:pt x="6033325" y="33909"/>
                  </a:cubicBezTo>
                  <a:cubicBezTo>
                    <a:pt x="6040469" y="29813"/>
                    <a:pt x="6047137" y="24860"/>
                    <a:pt x="6054376" y="20955"/>
                  </a:cubicBezTo>
                  <a:cubicBezTo>
                    <a:pt x="6067234" y="14097"/>
                    <a:pt x="6080379" y="7715"/>
                    <a:pt x="6095524" y="0"/>
                  </a:cubicBez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8649" y="1120676"/>
            <a:ext cx="5266135" cy="2308324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nl-NL" sz="4900" dirty="0">
                <a:solidFill>
                  <a:srgbClr val="FFFFFF"/>
                </a:solidFill>
              </a:rPr>
              <a:t>ClipHop (VidChap)  Video Chaptering Tool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6268" y="3809999"/>
            <a:ext cx="5269314" cy="1012778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1800" dirty="0">
                <a:solidFill>
                  <a:srgbClr val="FFFFFF"/>
                </a:solidFill>
              </a:rPr>
              <a:t>Team AISC5</a:t>
            </a:r>
          </a:p>
          <a:p>
            <a:pPr algn="l">
              <a:lnSpc>
                <a:spcPct val="90000"/>
              </a:lnSpc>
            </a:pPr>
            <a:r>
              <a:rPr lang="en-US" sz="1800" dirty="0" err="1">
                <a:solidFill>
                  <a:srgbClr val="FFFFFF"/>
                </a:solidFill>
              </a:rPr>
              <a:t>MidTerm</a:t>
            </a:r>
            <a:r>
              <a:rPr lang="en-US" sz="1800" dirty="0">
                <a:solidFill>
                  <a:srgbClr val="FFFFFF"/>
                </a:solidFill>
              </a:rPr>
              <a:t> Presentation</a:t>
            </a:r>
          </a:p>
          <a:p>
            <a:pPr algn="l">
              <a:lnSpc>
                <a:spcPct val="90000"/>
              </a:lnSpc>
            </a:pPr>
            <a:r>
              <a:rPr lang="en-US" sz="1800" dirty="0">
                <a:solidFill>
                  <a:srgbClr val="FFFFFF"/>
                </a:solidFill>
              </a:rPr>
              <a:t>Date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en-IN" sz="7000"/>
              <a:t>Our Team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2" name="TextBox 3">
            <a:extLst>
              <a:ext uri="{FF2B5EF4-FFF2-40B4-BE49-F238E27FC236}">
                <a16:creationId xmlns:a16="http://schemas.microsoft.com/office/drawing/2014/main" id="{61430924-2CDF-5AE2-2CF7-546B612ED2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7117473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IN" sz="4300"/>
              <a:t>Problem Statement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5E90A1F4-7CBA-7ED0-8E0F-2AD05C2137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21185219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189"/>
            <a:ext cx="2530602" cy="5567891"/>
          </a:xfrm>
        </p:spPr>
        <p:txBody>
          <a:bodyPr>
            <a:normAutofit/>
          </a:bodyPr>
          <a:lstStyle/>
          <a:p>
            <a:r>
              <a:rPr lang="en-IN" sz="3800"/>
              <a:t>Market Demand for Video Chaptering</a:t>
            </a:r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6BC717C9-4872-5AE9-4219-5669CBDA02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75529635"/>
              </p:ext>
            </p:extLst>
          </p:nvPr>
        </p:nvGraphicFramePr>
        <p:xfrm>
          <a:off x="3819906" y="620392"/>
          <a:ext cx="469773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IN" sz="4700"/>
              <a:t>Solution  ClipHop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3" name="TextBox 3">
            <a:extLst>
              <a:ext uri="{FF2B5EF4-FFF2-40B4-BE49-F238E27FC236}">
                <a16:creationId xmlns:a16="http://schemas.microsoft.com/office/drawing/2014/main" id="{0E3B6302-FAB3-D413-95AA-37953461F0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87468096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Competitive Landscape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6" name="TextBox 3">
            <a:extLst>
              <a:ext uri="{FF2B5EF4-FFF2-40B4-BE49-F238E27FC236}">
                <a16:creationId xmlns:a16="http://schemas.microsoft.com/office/drawing/2014/main" id="{C6519CC9-B55E-D3AF-27E8-0E5E86E23D8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7234003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6D1A2CED-DA9B-4CCF-8215-CFC65FE71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62DFC44-A40C-4573-9230-B3EDB3EC8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260019"/>
            <a:ext cx="8375586" cy="5933012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76" y="509521"/>
            <a:ext cx="7674102" cy="1014984"/>
          </a:xfrm>
        </p:spPr>
        <p:txBody>
          <a:bodyPr>
            <a:normAutofit/>
          </a:bodyPr>
          <a:lstStyle/>
          <a:p>
            <a:r>
              <a:rPr lang="en-IN" sz="3500"/>
              <a:t>Key Features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5589D35-CF9F-4DE9-A792-8571A09E9B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658327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17" name="TextBox 3">
            <a:extLst>
              <a:ext uri="{FF2B5EF4-FFF2-40B4-BE49-F238E27FC236}">
                <a16:creationId xmlns:a16="http://schemas.microsoft.com/office/drawing/2014/main" id="{8747B610-558B-16AC-E61C-BD1042D90C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28745302"/>
              </p:ext>
            </p:extLst>
          </p:nvPr>
        </p:nvGraphicFramePr>
        <p:xfrm>
          <a:off x="836676" y="1673352"/>
          <a:ext cx="7674102" cy="4334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IN" sz="4700"/>
              <a:t>Workflow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1865313"/>
            <a:ext cx="7818120" cy="18288"/>
          </a:xfrm>
          <a:custGeom>
            <a:avLst/>
            <a:gdLst>
              <a:gd name="connsiteX0" fmla="*/ 0 w 7818120"/>
              <a:gd name="connsiteY0" fmla="*/ 0 h 18288"/>
              <a:gd name="connsiteX1" fmla="*/ 416966 w 7818120"/>
              <a:gd name="connsiteY1" fmla="*/ 0 h 18288"/>
              <a:gd name="connsiteX2" fmla="*/ 1146658 w 7818120"/>
              <a:gd name="connsiteY2" fmla="*/ 0 h 18288"/>
              <a:gd name="connsiteX3" fmla="*/ 1563624 w 7818120"/>
              <a:gd name="connsiteY3" fmla="*/ 0 h 18288"/>
              <a:gd name="connsiteX4" fmla="*/ 2136953 w 7818120"/>
              <a:gd name="connsiteY4" fmla="*/ 0 h 18288"/>
              <a:gd name="connsiteX5" fmla="*/ 2944825 w 7818120"/>
              <a:gd name="connsiteY5" fmla="*/ 0 h 18288"/>
              <a:gd name="connsiteX6" fmla="*/ 3596335 w 7818120"/>
              <a:gd name="connsiteY6" fmla="*/ 0 h 18288"/>
              <a:gd name="connsiteX7" fmla="*/ 4326026 w 7818120"/>
              <a:gd name="connsiteY7" fmla="*/ 0 h 18288"/>
              <a:gd name="connsiteX8" fmla="*/ 4899355 w 7818120"/>
              <a:gd name="connsiteY8" fmla="*/ 0 h 18288"/>
              <a:gd name="connsiteX9" fmla="*/ 5550865 w 7818120"/>
              <a:gd name="connsiteY9" fmla="*/ 0 h 18288"/>
              <a:gd name="connsiteX10" fmla="*/ 6358738 w 7818120"/>
              <a:gd name="connsiteY10" fmla="*/ 0 h 18288"/>
              <a:gd name="connsiteX11" fmla="*/ 6853885 w 7818120"/>
              <a:gd name="connsiteY11" fmla="*/ 0 h 18288"/>
              <a:gd name="connsiteX12" fmla="*/ 7818120 w 7818120"/>
              <a:gd name="connsiteY12" fmla="*/ 0 h 18288"/>
              <a:gd name="connsiteX13" fmla="*/ 7818120 w 7818120"/>
              <a:gd name="connsiteY13" fmla="*/ 18288 h 18288"/>
              <a:gd name="connsiteX14" fmla="*/ 7244791 w 7818120"/>
              <a:gd name="connsiteY14" fmla="*/ 18288 h 18288"/>
              <a:gd name="connsiteX15" fmla="*/ 6827825 w 7818120"/>
              <a:gd name="connsiteY15" fmla="*/ 18288 h 18288"/>
              <a:gd name="connsiteX16" fmla="*/ 6176315 w 7818120"/>
              <a:gd name="connsiteY16" fmla="*/ 18288 h 18288"/>
              <a:gd name="connsiteX17" fmla="*/ 5681167 w 7818120"/>
              <a:gd name="connsiteY17" fmla="*/ 18288 h 18288"/>
              <a:gd name="connsiteX18" fmla="*/ 5029657 w 7818120"/>
              <a:gd name="connsiteY18" fmla="*/ 18288 h 18288"/>
              <a:gd name="connsiteX19" fmla="*/ 4378147 w 7818120"/>
              <a:gd name="connsiteY19" fmla="*/ 18288 h 18288"/>
              <a:gd name="connsiteX20" fmla="*/ 3726637 w 7818120"/>
              <a:gd name="connsiteY20" fmla="*/ 18288 h 18288"/>
              <a:gd name="connsiteX21" fmla="*/ 3075127 w 7818120"/>
              <a:gd name="connsiteY21" fmla="*/ 18288 h 18288"/>
              <a:gd name="connsiteX22" fmla="*/ 2501798 w 7818120"/>
              <a:gd name="connsiteY22" fmla="*/ 18288 h 18288"/>
              <a:gd name="connsiteX23" fmla="*/ 1772107 w 7818120"/>
              <a:gd name="connsiteY23" fmla="*/ 18288 h 18288"/>
              <a:gd name="connsiteX24" fmla="*/ 1120597 w 7818120"/>
              <a:gd name="connsiteY24" fmla="*/ 18288 h 18288"/>
              <a:gd name="connsiteX25" fmla="*/ 0 w 7818120"/>
              <a:gd name="connsiteY25" fmla="*/ 18288 h 18288"/>
              <a:gd name="connsiteX26" fmla="*/ 0 w 7818120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818120" h="18288" fill="none" extrusionOk="0">
                <a:moveTo>
                  <a:pt x="0" y="0"/>
                </a:moveTo>
                <a:cubicBezTo>
                  <a:pt x="121520" y="-12182"/>
                  <a:pt x="211324" y="18247"/>
                  <a:pt x="416966" y="0"/>
                </a:cubicBezTo>
                <a:cubicBezTo>
                  <a:pt x="622608" y="-18247"/>
                  <a:pt x="891241" y="-13744"/>
                  <a:pt x="1146658" y="0"/>
                </a:cubicBezTo>
                <a:cubicBezTo>
                  <a:pt x="1402075" y="13744"/>
                  <a:pt x="1378880" y="-8543"/>
                  <a:pt x="1563624" y="0"/>
                </a:cubicBezTo>
                <a:cubicBezTo>
                  <a:pt x="1748368" y="8543"/>
                  <a:pt x="1972300" y="7443"/>
                  <a:pt x="2136953" y="0"/>
                </a:cubicBezTo>
                <a:cubicBezTo>
                  <a:pt x="2301606" y="-7443"/>
                  <a:pt x="2679634" y="12382"/>
                  <a:pt x="2944825" y="0"/>
                </a:cubicBezTo>
                <a:cubicBezTo>
                  <a:pt x="3210016" y="-12382"/>
                  <a:pt x="3409232" y="17967"/>
                  <a:pt x="3596335" y="0"/>
                </a:cubicBezTo>
                <a:cubicBezTo>
                  <a:pt x="3783438" y="-17967"/>
                  <a:pt x="4002523" y="-28578"/>
                  <a:pt x="4326026" y="0"/>
                </a:cubicBezTo>
                <a:cubicBezTo>
                  <a:pt x="4649529" y="28578"/>
                  <a:pt x="4777384" y="-3624"/>
                  <a:pt x="4899355" y="0"/>
                </a:cubicBezTo>
                <a:cubicBezTo>
                  <a:pt x="5021326" y="3624"/>
                  <a:pt x="5317653" y="1281"/>
                  <a:pt x="5550865" y="0"/>
                </a:cubicBezTo>
                <a:cubicBezTo>
                  <a:pt x="5784077" y="-1281"/>
                  <a:pt x="6142956" y="-39637"/>
                  <a:pt x="6358738" y="0"/>
                </a:cubicBezTo>
                <a:cubicBezTo>
                  <a:pt x="6574520" y="39637"/>
                  <a:pt x="6724785" y="-4460"/>
                  <a:pt x="6853885" y="0"/>
                </a:cubicBezTo>
                <a:cubicBezTo>
                  <a:pt x="6982985" y="4460"/>
                  <a:pt x="7403044" y="-1955"/>
                  <a:pt x="7818120" y="0"/>
                </a:cubicBezTo>
                <a:cubicBezTo>
                  <a:pt x="7817988" y="7702"/>
                  <a:pt x="7817908" y="13511"/>
                  <a:pt x="7818120" y="18288"/>
                </a:cubicBezTo>
                <a:cubicBezTo>
                  <a:pt x="7698847" y="-3267"/>
                  <a:pt x="7390924" y="22979"/>
                  <a:pt x="7244791" y="18288"/>
                </a:cubicBezTo>
                <a:cubicBezTo>
                  <a:pt x="7098658" y="13597"/>
                  <a:pt x="6952735" y="29357"/>
                  <a:pt x="6827825" y="18288"/>
                </a:cubicBezTo>
                <a:cubicBezTo>
                  <a:pt x="6702915" y="7219"/>
                  <a:pt x="6338661" y="34530"/>
                  <a:pt x="6176315" y="18288"/>
                </a:cubicBezTo>
                <a:cubicBezTo>
                  <a:pt x="6013969" y="2047"/>
                  <a:pt x="5850602" y="6362"/>
                  <a:pt x="5681167" y="18288"/>
                </a:cubicBezTo>
                <a:cubicBezTo>
                  <a:pt x="5511732" y="30214"/>
                  <a:pt x="5312143" y="419"/>
                  <a:pt x="5029657" y="18288"/>
                </a:cubicBezTo>
                <a:cubicBezTo>
                  <a:pt x="4747171" y="36158"/>
                  <a:pt x="4655062" y="30740"/>
                  <a:pt x="4378147" y="18288"/>
                </a:cubicBezTo>
                <a:cubicBezTo>
                  <a:pt x="4101232" y="5837"/>
                  <a:pt x="4037646" y="44706"/>
                  <a:pt x="3726637" y="18288"/>
                </a:cubicBezTo>
                <a:cubicBezTo>
                  <a:pt x="3415628" y="-8130"/>
                  <a:pt x="3321756" y="45507"/>
                  <a:pt x="3075127" y="18288"/>
                </a:cubicBezTo>
                <a:cubicBezTo>
                  <a:pt x="2828498" y="-8931"/>
                  <a:pt x="2684733" y="14853"/>
                  <a:pt x="2501798" y="18288"/>
                </a:cubicBezTo>
                <a:cubicBezTo>
                  <a:pt x="2318863" y="21723"/>
                  <a:pt x="2121844" y="-13013"/>
                  <a:pt x="1772107" y="18288"/>
                </a:cubicBezTo>
                <a:cubicBezTo>
                  <a:pt x="1422370" y="49589"/>
                  <a:pt x="1431548" y="31666"/>
                  <a:pt x="1120597" y="18288"/>
                </a:cubicBezTo>
                <a:cubicBezTo>
                  <a:pt x="809646" y="4911"/>
                  <a:pt x="246393" y="5624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7818120" h="18288" stroke="0" extrusionOk="0">
                <a:moveTo>
                  <a:pt x="0" y="0"/>
                </a:moveTo>
                <a:cubicBezTo>
                  <a:pt x="177487" y="-4302"/>
                  <a:pt x="287499" y="4997"/>
                  <a:pt x="573329" y="0"/>
                </a:cubicBezTo>
                <a:cubicBezTo>
                  <a:pt x="859159" y="-4997"/>
                  <a:pt x="821965" y="-336"/>
                  <a:pt x="990295" y="0"/>
                </a:cubicBezTo>
                <a:cubicBezTo>
                  <a:pt x="1158625" y="336"/>
                  <a:pt x="1587918" y="-4681"/>
                  <a:pt x="1798168" y="0"/>
                </a:cubicBezTo>
                <a:cubicBezTo>
                  <a:pt x="2008418" y="4681"/>
                  <a:pt x="2088841" y="-2754"/>
                  <a:pt x="2371496" y="0"/>
                </a:cubicBezTo>
                <a:cubicBezTo>
                  <a:pt x="2654151" y="2754"/>
                  <a:pt x="2701462" y="-24976"/>
                  <a:pt x="2944825" y="0"/>
                </a:cubicBezTo>
                <a:cubicBezTo>
                  <a:pt x="3188188" y="24976"/>
                  <a:pt x="3511636" y="25407"/>
                  <a:pt x="3752698" y="0"/>
                </a:cubicBezTo>
                <a:cubicBezTo>
                  <a:pt x="3993760" y="-25407"/>
                  <a:pt x="4107153" y="6432"/>
                  <a:pt x="4247845" y="0"/>
                </a:cubicBezTo>
                <a:cubicBezTo>
                  <a:pt x="4388537" y="-6432"/>
                  <a:pt x="4835598" y="-5108"/>
                  <a:pt x="5055718" y="0"/>
                </a:cubicBezTo>
                <a:cubicBezTo>
                  <a:pt x="5275838" y="5108"/>
                  <a:pt x="5461006" y="-24536"/>
                  <a:pt x="5863590" y="0"/>
                </a:cubicBezTo>
                <a:cubicBezTo>
                  <a:pt x="6266174" y="24536"/>
                  <a:pt x="6355549" y="-19657"/>
                  <a:pt x="6515100" y="0"/>
                </a:cubicBezTo>
                <a:cubicBezTo>
                  <a:pt x="6674651" y="19657"/>
                  <a:pt x="7275423" y="-57462"/>
                  <a:pt x="7818120" y="0"/>
                </a:cubicBezTo>
                <a:cubicBezTo>
                  <a:pt x="7818132" y="8833"/>
                  <a:pt x="7818660" y="9830"/>
                  <a:pt x="7818120" y="18288"/>
                </a:cubicBezTo>
                <a:cubicBezTo>
                  <a:pt x="7610240" y="4606"/>
                  <a:pt x="7521789" y="7721"/>
                  <a:pt x="7401154" y="18288"/>
                </a:cubicBezTo>
                <a:cubicBezTo>
                  <a:pt x="7280519" y="28855"/>
                  <a:pt x="6930719" y="4225"/>
                  <a:pt x="6593281" y="18288"/>
                </a:cubicBezTo>
                <a:cubicBezTo>
                  <a:pt x="6255843" y="32351"/>
                  <a:pt x="6286682" y="1162"/>
                  <a:pt x="6098134" y="18288"/>
                </a:cubicBezTo>
                <a:cubicBezTo>
                  <a:pt x="5909586" y="35414"/>
                  <a:pt x="5602789" y="48596"/>
                  <a:pt x="5446624" y="18288"/>
                </a:cubicBezTo>
                <a:cubicBezTo>
                  <a:pt x="5290459" y="-12020"/>
                  <a:pt x="4917039" y="21960"/>
                  <a:pt x="4638751" y="18288"/>
                </a:cubicBezTo>
                <a:cubicBezTo>
                  <a:pt x="4360463" y="14616"/>
                  <a:pt x="4304690" y="5450"/>
                  <a:pt x="3987241" y="18288"/>
                </a:cubicBezTo>
                <a:cubicBezTo>
                  <a:pt x="3669792" y="31127"/>
                  <a:pt x="3758742" y="32551"/>
                  <a:pt x="3570275" y="18288"/>
                </a:cubicBezTo>
                <a:cubicBezTo>
                  <a:pt x="3381808" y="4025"/>
                  <a:pt x="3267153" y="36200"/>
                  <a:pt x="3075127" y="18288"/>
                </a:cubicBezTo>
                <a:cubicBezTo>
                  <a:pt x="2883101" y="376"/>
                  <a:pt x="2665825" y="10973"/>
                  <a:pt x="2267255" y="18288"/>
                </a:cubicBezTo>
                <a:cubicBezTo>
                  <a:pt x="1868685" y="25603"/>
                  <a:pt x="1884698" y="28410"/>
                  <a:pt x="1615745" y="18288"/>
                </a:cubicBezTo>
                <a:cubicBezTo>
                  <a:pt x="1346792" y="8167"/>
                  <a:pt x="1320952" y="10430"/>
                  <a:pt x="1120597" y="18288"/>
                </a:cubicBezTo>
                <a:cubicBezTo>
                  <a:pt x="920242" y="26146"/>
                  <a:pt x="556507" y="50790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51F189CD-7746-1D93-8897-BED7D68B20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36986971"/>
              </p:ext>
            </p:extLst>
          </p:nvPr>
        </p:nvGraphicFramePr>
        <p:xfrm>
          <a:off x="628650" y="2228087"/>
          <a:ext cx="78867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IN" sz="4700"/>
              <a:t>Progress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1865313"/>
            <a:ext cx="7818120" cy="18288"/>
          </a:xfrm>
          <a:custGeom>
            <a:avLst/>
            <a:gdLst>
              <a:gd name="connsiteX0" fmla="*/ 0 w 7818120"/>
              <a:gd name="connsiteY0" fmla="*/ 0 h 18288"/>
              <a:gd name="connsiteX1" fmla="*/ 416966 w 7818120"/>
              <a:gd name="connsiteY1" fmla="*/ 0 h 18288"/>
              <a:gd name="connsiteX2" fmla="*/ 1146658 w 7818120"/>
              <a:gd name="connsiteY2" fmla="*/ 0 h 18288"/>
              <a:gd name="connsiteX3" fmla="*/ 1563624 w 7818120"/>
              <a:gd name="connsiteY3" fmla="*/ 0 h 18288"/>
              <a:gd name="connsiteX4" fmla="*/ 2136953 w 7818120"/>
              <a:gd name="connsiteY4" fmla="*/ 0 h 18288"/>
              <a:gd name="connsiteX5" fmla="*/ 2944825 w 7818120"/>
              <a:gd name="connsiteY5" fmla="*/ 0 h 18288"/>
              <a:gd name="connsiteX6" fmla="*/ 3596335 w 7818120"/>
              <a:gd name="connsiteY6" fmla="*/ 0 h 18288"/>
              <a:gd name="connsiteX7" fmla="*/ 4326026 w 7818120"/>
              <a:gd name="connsiteY7" fmla="*/ 0 h 18288"/>
              <a:gd name="connsiteX8" fmla="*/ 4899355 w 7818120"/>
              <a:gd name="connsiteY8" fmla="*/ 0 h 18288"/>
              <a:gd name="connsiteX9" fmla="*/ 5550865 w 7818120"/>
              <a:gd name="connsiteY9" fmla="*/ 0 h 18288"/>
              <a:gd name="connsiteX10" fmla="*/ 6358738 w 7818120"/>
              <a:gd name="connsiteY10" fmla="*/ 0 h 18288"/>
              <a:gd name="connsiteX11" fmla="*/ 6853885 w 7818120"/>
              <a:gd name="connsiteY11" fmla="*/ 0 h 18288"/>
              <a:gd name="connsiteX12" fmla="*/ 7818120 w 7818120"/>
              <a:gd name="connsiteY12" fmla="*/ 0 h 18288"/>
              <a:gd name="connsiteX13" fmla="*/ 7818120 w 7818120"/>
              <a:gd name="connsiteY13" fmla="*/ 18288 h 18288"/>
              <a:gd name="connsiteX14" fmla="*/ 7244791 w 7818120"/>
              <a:gd name="connsiteY14" fmla="*/ 18288 h 18288"/>
              <a:gd name="connsiteX15" fmla="*/ 6827825 w 7818120"/>
              <a:gd name="connsiteY15" fmla="*/ 18288 h 18288"/>
              <a:gd name="connsiteX16" fmla="*/ 6176315 w 7818120"/>
              <a:gd name="connsiteY16" fmla="*/ 18288 h 18288"/>
              <a:gd name="connsiteX17" fmla="*/ 5681167 w 7818120"/>
              <a:gd name="connsiteY17" fmla="*/ 18288 h 18288"/>
              <a:gd name="connsiteX18" fmla="*/ 5029657 w 7818120"/>
              <a:gd name="connsiteY18" fmla="*/ 18288 h 18288"/>
              <a:gd name="connsiteX19" fmla="*/ 4378147 w 7818120"/>
              <a:gd name="connsiteY19" fmla="*/ 18288 h 18288"/>
              <a:gd name="connsiteX20" fmla="*/ 3726637 w 7818120"/>
              <a:gd name="connsiteY20" fmla="*/ 18288 h 18288"/>
              <a:gd name="connsiteX21" fmla="*/ 3075127 w 7818120"/>
              <a:gd name="connsiteY21" fmla="*/ 18288 h 18288"/>
              <a:gd name="connsiteX22" fmla="*/ 2501798 w 7818120"/>
              <a:gd name="connsiteY22" fmla="*/ 18288 h 18288"/>
              <a:gd name="connsiteX23" fmla="*/ 1772107 w 7818120"/>
              <a:gd name="connsiteY23" fmla="*/ 18288 h 18288"/>
              <a:gd name="connsiteX24" fmla="*/ 1120597 w 7818120"/>
              <a:gd name="connsiteY24" fmla="*/ 18288 h 18288"/>
              <a:gd name="connsiteX25" fmla="*/ 0 w 7818120"/>
              <a:gd name="connsiteY25" fmla="*/ 18288 h 18288"/>
              <a:gd name="connsiteX26" fmla="*/ 0 w 7818120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818120" h="18288" fill="none" extrusionOk="0">
                <a:moveTo>
                  <a:pt x="0" y="0"/>
                </a:moveTo>
                <a:cubicBezTo>
                  <a:pt x="121520" y="-12182"/>
                  <a:pt x="211324" y="18247"/>
                  <a:pt x="416966" y="0"/>
                </a:cubicBezTo>
                <a:cubicBezTo>
                  <a:pt x="622608" y="-18247"/>
                  <a:pt x="891241" y="-13744"/>
                  <a:pt x="1146658" y="0"/>
                </a:cubicBezTo>
                <a:cubicBezTo>
                  <a:pt x="1402075" y="13744"/>
                  <a:pt x="1378880" y="-8543"/>
                  <a:pt x="1563624" y="0"/>
                </a:cubicBezTo>
                <a:cubicBezTo>
                  <a:pt x="1748368" y="8543"/>
                  <a:pt x="1972300" y="7443"/>
                  <a:pt x="2136953" y="0"/>
                </a:cubicBezTo>
                <a:cubicBezTo>
                  <a:pt x="2301606" y="-7443"/>
                  <a:pt x="2679634" y="12382"/>
                  <a:pt x="2944825" y="0"/>
                </a:cubicBezTo>
                <a:cubicBezTo>
                  <a:pt x="3210016" y="-12382"/>
                  <a:pt x="3409232" y="17967"/>
                  <a:pt x="3596335" y="0"/>
                </a:cubicBezTo>
                <a:cubicBezTo>
                  <a:pt x="3783438" y="-17967"/>
                  <a:pt x="4002523" y="-28578"/>
                  <a:pt x="4326026" y="0"/>
                </a:cubicBezTo>
                <a:cubicBezTo>
                  <a:pt x="4649529" y="28578"/>
                  <a:pt x="4777384" y="-3624"/>
                  <a:pt x="4899355" y="0"/>
                </a:cubicBezTo>
                <a:cubicBezTo>
                  <a:pt x="5021326" y="3624"/>
                  <a:pt x="5317653" y="1281"/>
                  <a:pt x="5550865" y="0"/>
                </a:cubicBezTo>
                <a:cubicBezTo>
                  <a:pt x="5784077" y="-1281"/>
                  <a:pt x="6142956" y="-39637"/>
                  <a:pt x="6358738" y="0"/>
                </a:cubicBezTo>
                <a:cubicBezTo>
                  <a:pt x="6574520" y="39637"/>
                  <a:pt x="6724785" y="-4460"/>
                  <a:pt x="6853885" y="0"/>
                </a:cubicBezTo>
                <a:cubicBezTo>
                  <a:pt x="6982985" y="4460"/>
                  <a:pt x="7403044" y="-1955"/>
                  <a:pt x="7818120" y="0"/>
                </a:cubicBezTo>
                <a:cubicBezTo>
                  <a:pt x="7817988" y="7702"/>
                  <a:pt x="7817908" y="13511"/>
                  <a:pt x="7818120" y="18288"/>
                </a:cubicBezTo>
                <a:cubicBezTo>
                  <a:pt x="7698847" y="-3267"/>
                  <a:pt x="7390924" y="22979"/>
                  <a:pt x="7244791" y="18288"/>
                </a:cubicBezTo>
                <a:cubicBezTo>
                  <a:pt x="7098658" y="13597"/>
                  <a:pt x="6952735" y="29357"/>
                  <a:pt x="6827825" y="18288"/>
                </a:cubicBezTo>
                <a:cubicBezTo>
                  <a:pt x="6702915" y="7219"/>
                  <a:pt x="6338661" y="34530"/>
                  <a:pt x="6176315" y="18288"/>
                </a:cubicBezTo>
                <a:cubicBezTo>
                  <a:pt x="6013969" y="2047"/>
                  <a:pt x="5850602" y="6362"/>
                  <a:pt x="5681167" y="18288"/>
                </a:cubicBezTo>
                <a:cubicBezTo>
                  <a:pt x="5511732" y="30214"/>
                  <a:pt x="5312143" y="419"/>
                  <a:pt x="5029657" y="18288"/>
                </a:cubicBezTo>
                <a:cubicBezTo>
                  <a:pt x="4747171" y="36158"/>
                  <a:pt x="4655062" y="30740"/>
                  <a:pt x="4378147" y="18288"/>
                </a:cubicBezTo>
                <a:cubicBezTo>
                  <a:pt x="4101232" y="5837"/>
                  <a:pt x="4037646" y="44706"/>
                  <a:pt x="3726637" y="18288"/>
                </a:cubicBezTo>
                <a:cubicBezTo>
                  <a:pt x="3415628" y="-8130"/>
                  <a:pt x="3321756" y="45507"/>
                  <a:pt x="3075127" y="18288"/>
                </a:cubicBezTo>
                <a:cubicBezTo>
                  <a:pt x="2828498" y="-8931"/>
                  <a:pt x="2684733" y="14853"/>
                  <a:pt x="2501798" y="18288"/>
                </a:cubicBezTo>
                <a:cubicBezTo>
                  <a:pt x="2318863" y="21723"/>
                  <a:pt x="2121844" y="-13013"/>
                  <a:pt x="1772107" y="18288"/>
                </a:cubicBezTo>
                <a:cubicBezTo>
                  <a:pt x="1422370" y="49589"/>
                  <a:pt x="1431548" y="31666"/>
                  <a:pt x="1120597" y="18288"/>
                </a:cubicBezTo>
                <a:cubicBezTo>
                  <a:pt x="809646" y="4911"/>
                  <a:pt x="246393" y="5624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7818120" h="18288" stroke="0" extrusionOk="0">
                <a:moveTo>
                  <a:pt x="0" y="0"/>
                </a:moveTo>
                <a:cubicBezTo>
                  <a:pt x="177487" y="-4302"/>
                  <a:pt x="287499" y="4997"/>
                  <a:pt x="573329" y="0"/>
                </a:cubicBezTo>
                <a:cubicBezTo>
                  <a:pt x="859159" y="-4997"/>
                  <a:pt x="821965" y="-336"/>
                  <a:pt x="990295" y="0"/>
                </a:cubicBezTo>
                <a:cubicBezTo>
                  <a:pt x="1158625" y="336"/>
                  <a:pt x="1587918" y="-4681"/>
                  <a:pt x="1798168" y="0"/>
                </a:cubicBezTo>
                <a:cubicBezTo>
                  <a:pt x="2008418" y="4681"/>
                  <a:pt x="2088841" y="-2754"/>
                  <a:pt x="2371496" y="0"/>
                </a:cubicBezTo>
                <a:cubicBezTo>
                  <a:pt x="2654151" y="2754"/>
                  <a:pt x="2701462" y="-24976"/>
                  <a:pt x="2944825" y="0"/>
                </a:cubicBezTo>
                <a:cubicBezTo>
                  <a:pt x="3188188" y="24976"/>
                  <a:pt x="3511636" y="25407"/>
                  <a:pt x="3752698" y="0"/>
                </a:cubicBezTo>
                <a:cubicBezTo>
                  <a:pt x="3993760" y="-25407"/>
                  <a:pt x="4107153" y="6432"/>
                  <a:pt x="4247845" y="0"/>
                </a:cubicBezTo>
                <a:cubicBezTo>
                  <a:pt x="4388537" y="-6432"/>
                  <a:pt x="4835598" y="-5108"/>
                  <a:pt x="5055718" y="0"/>
                </a:cubicBezTo>
                <a:cubicBezTo>
                  <a:pt x="5275838" y="5108"/>
                  <a:pt x="5461006" y="-24536"/>
                  <a:pt x="5863590" y="0"/>
                </a:cubicBezTo>
                <a:cubicBezTo>
                  <a:pt x="6266174" y="24536"/>
                  <a:pt x="6355549" y="-19657"/>
                  <a:pt x="6515100" y="0"/>
                </a:cubicBezTo>
                <a:cubicBezTo>
                  <a:pt x="6674651" y="19657"/>
                  <a:pt x="7275423" y="-57462"/>
                  <a:pt x="7818120" y="0"/>
                </a:cubicBezTo>
                <a:cubicBezTo>
                  <a:pt x="7818132" y="8833"/>
                  <a:pt x="7818660" y="9830"/>
                  <a:pt x="7818120" y="18288"/>
                </a:cubicBezTo>
                <a:cubicBezTo>
                  <a:pt x="7610240" y="4606"/>
                  <a:pt x="7521789" y="7721"/>
                  <a:pt x="7401154" y="18288"/>
                </a:cubicBezTo>
                <a:cubicBezTo>
                  <a:pt x="7280519" y="28855"/>
                  <a:pt x="6930719" y="4225"/>
                  <a:pt x="6593281" y="18288"/>
                </a:cubicBezTo>
                <a:cubicBezTo>
                  <a:pt x="6255843" y="32351"/>
                  <a:pt x="6286682" y="1162"/>
                  <a:pt x="6098134" y="18288"/>
                </a:cubicBezTo>
                <a:cubicBezTo>
                  <a:pt x="5909586" y="35414"/>
                  <a:pt x="5602789" y="48596"/>
                  <a:pt x="5446624" y="18288"/>
                </a:cubicBezTo>
                <a:cubicBezTo>
                  <a:pt x="5290459" y="-12020"/>
                  <a:pt x="4917039" y="21960"/>
                  <a:pt x="4638751" y="18288"/>
                </a:cubicBezTo>
                <a:cubicBezTo>
                  <a:pt x="4360463" y="14616"/>
                  <a:pt x="4304690" y="5450"/>
                  <a:pt x="3987241" y="18288"/>
                </a:cubicBezTo>
                <a:cubicBezTo>
                  <a:pt x="3669792" y="31127"/>
                  <a:pt x="3758742" y="32551"/>
                  <a:pt x="3570275" y="18288"/>
                </a:cubicBezTo>
                <a:cubicBezTo>
                  <a:pt x="3381808" y="4025"/>
                  <a:pt x="3267153" y="36200"/>
                  <a:pt x="3075127" y="18288"/>
                </a:cubicBezTo>
                <a:cubicBezTo>
                  <a:pt x="2883101" y="376"/>
                  <a:pt x="2665825" y="10973"/>
                  <a:pt x="2267255" y="18288"/>
                </a:cubicBezTo>
                <a:cubicBezTo>
                  <a:pt x="1868685" y="25603"/>
                  <a:pt x="1884698" y="28410"/>
                  <a:pt x="1615745" y="18288"/>
                </a:cubicBezTo>
                <a:cubicBezTo>
                  <a:pt x="1346792" y="8167"/>
                  <a:pt x="1320952" y="10430"/>
                  <a:pt x="1120597" y="18288"/>
                </a:cubicBezTo>
                <a:cubicBezTo>
                  <a:pt x="920242" y="26146"/>
                  <a:pt x="556507" y="50790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D345E580-B2F5-FDA0-A7E7-F9F0BF59E6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46545172"/>
              </p:ext>
            </p:extLst>
          </p:nvPr>
        </p:nvGraphicFramePr>
        <p:xfrm>
          <a:off x="628650" y="2228087"/>
          <a:ext cx="78867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D1A2CED-DA9B-4CCF-8215-CFC65FE71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62DFC44-A40C-4573-9230-B3EDB3EC8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260019"/>
            <a:ext cx="8375586" cy="5933012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76" y="509521"/>
            <a:ext cx="7674102" cy="1014984"/>
          </a:xfrm>
        </p:spPr>
        <p:txBody>
          <a:bodyPr>
            <a:normAutofit/>
          </a:bodyPr>
          <a:lstStyle/>
          <a:p>
            <a:r>
              <a:rPr lang="en-IN" sz="3500"/>
              <a:t>Expected Impact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5589D35-CF9F-4DE9-A792-8571A09E9B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658327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6D096753-6F43-81A3-492E-3C8F36158A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4800290"/>
              </p:ext>
            </p:extLst>
          </p:nvPr>
        </p:nvGraphicFramePr>
        <p:xfrm>
          <a:off x="836676" y="1673352"/>
          <a:ext cx="7674102" cy="4334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IN" sz="3500">
                <a:solidFill>
                  <a:srgbClr val="FFFFFF"/>
                </a:solidFill>
              </a:rPr>
              <a:t>Demo Showcase</a:t>
            </a:r>
          </a:p>
        </p:txBody>
      </p:sp>
      <p:graphicFrame>
        <p:nvGraphicFramePr>
          <p:cNvPr id="26" name="TextBox 3">
            <a:extLst>
              <a:ext uri="{FF2B5EF4-FFF2-40B4-BE49-F238E27FC236}">
                <a16:creationId xmlns:a16="http://schemas.microsoft.com/office/drawing/2014/main" id="{5FE6DD56-DF0B-F621-6DA8-5EAD2CCAB3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28163811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phic 7" descr="Key">
            <a:extLst>
              <a:ext uri="{FF2B5EF4-FFF2-40B4-BE49-F238E27FC236}">
                <a16:creationId xmlns:a16="http://schemas.microsoft.com/office/drawing/2014/main" id="{3BBCC7AD-2F39-316C-1DD2-D38C718B2F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3741" y="2165637"/>
            <a:ext cx="2526726" cy="2526726"/>
          </a:xfrm>
          <a:prstGeom prst="rect">
            <a:avLst/>
          </a:prstGeom>
        </p:spPr>
      </p:pic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15109354-9C5D-4F8C-B0E6-D1043C7BF2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2494" y="0"/>
            <a:ext cx="5671506" cy="6858000"/>
          </a:xfrm>
          <a:custGeom>
            <a:avLst/>
            <a:gdLst>
              <a:gd name="connsiteX0" fmla="*/ 7529613 w 7529613"/>
              <a:gd name="connsiteY0" fmla="*/ 0 h 6858000"/>
              <a:gd name="connsiteX1" fmla="*/ 1222331 w 7529613"/>
              <a:gd name="connsiteY1" fmla="*/ 0 h 6858000"/>
              <a:gd name="connsiteX2" fmla="*/ 1126483 w 7529613"/>
              <a:gd name="connsiteY2" fmla="*/ 148742 h 6858000"/>
              <a:gd name="connsiteX3" fmla="*/ 767554 w 7529613"/>
              <a:gd name="connsiteY3" fmla="*/ 819975 h 6858000"/>
              <a:gd name="connsiteX4" fmla="*/ 742103 w 7529613"/>
              <a:gd name="connsiteY4" fmla="*/ 854514 h 6858000"/>
              <a:gd name="connsiteX5" fmla="*/ 785881 w 7529613"/>
              <a:gd name="connsiteY5" fmla="*/ 750263 h 6858000"/>
              <a:gd name="connsiteX6" fmla="*/ 978978 w 7529613"/>
              <a:gd name="connsiteY6" fmla="*/ 331786 h 6858000"/>
              <a:gd name="connsiteX7" fmla="*/ 1155717 w 7529613"/>
              <a:gd name="connsiteY7" fmla="*/ 0 h 6858000"/>
              <a:gd name="connsiteX8" fmla="*/ 1098249 w 7529613"/>
              <a:gd name="connsiteY8" fmla="*/ 0 h 6858000"/>
              <a:gd name="connsiteX9" fmla="*/ 991458 w 7529613"/>
              <a:gd name="connsiteY9" fmla="*/ 196614 h 6858000"/>
              <a:gd name="connsiteX10" fmla="*/ 493941 w 7529613"/>
              <a:gd name="connsiteY10" fmla="*/ 1371196 h 6858000"/>
              <a:gd name="connsiteX11" fmla="*/ 46485 w 7529613"/>
              <a:gd name="connsiteY11" fmla="*/ 3331516 h 6858000"/>
              <a:gd name="connsiteX12" fmla="*/ 12252 w 7529613"/>
              <a:gd name="connsiteY12" fmla="*/ 4357388 h 6858000"/>
              <a:gd name="connsiteX13" fmla="*/ 170821 w 7529613"/>
              <a:gd name="connsiteY13" fmla="*/ 5552906 h 6858000"/>
              <a:gd name="connsiteX14" fmla="*/ 537265 w 7529613"/>
              <a:gd name="connsiteY14" fmla="*/ 6828295 h 6858000"/>
              <a:gd name="connsiteX15" fmla="*/ 549692 w 7529613"/>
              <a:gd name="connsiteY15" fmla="*/ 6858000 h 6858000"/>
              <a:gd name="connsiteX16" fmla="*/ 602234 w 7529613"/>
              <a:gd name="connsiteY16" fmla="*/ 6858000 h 6858000"/>
              <a:gd name="connsiteX17" fmla="*/ 595414 w 7529613"/>
              <a:gd name="connsiteY17" fmla="*/ 6841549 h 6858000"/>
              <a:gd name="connsiteX18" fmla="*/ 364260 w 7529613"/>
              <a:gd name="connsiteY18" fmla="*/ 6142729 h 6858000"/>
              <a:gd name="connsiteX19" fmla="*/ 213071 w 7529613"/>
              <a:gd name="connsiteY19" fmla="*/ 5513923 h 6858000"/>
              <a:gd name="connsiteX20" fmla="*/ 211290 w 7529613"/>
              <a:gd name="connsiteY20" fmla="*/ 5480401 h 6858000"/>
              <a:gd name="connsiteX21" fmla="*/ 311446 w 7529613"/>
              <a:gd name="connsiteY21" fmla="*/ 5830359 h 6858000"/>
              <a:gd name="connsiteX22" fmla="*/ 622963 w 7529613"/>
              <a:gd name="connsiteY22" fmla="*/ 6670527 h 6858000"/>
              <a:gd name="connsiteX23" fmla="*/ 710464 w 7529613"/>
              <a:gd name="connsiteY23" fmla="*/ 6858000 h 6858000"/>
              <a:gd name="connsiteX24" fmla="*/ 7529613 w 7529613"/>
              <a:gd name="connsiteY2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7529613" h="6858000">
                <a:moveTo>
                  <a:pt x="7529613" y="0"/>
                </a:moveTo>
                <a:lnTo>
                  <a:pt x="1222331" y="0"/>
                </a:lnTo>
                <a:lnTo>
                  <a:pt x="1126483" y="148742"/>
                </a:lnTo>
                <a:cubicBezTo>
                  <a:pt x="995323" y="365513"/>
                  <a:pt x="876174" y="589569"/>
                  <a:pt x="767554" y="819975"/>
                </a:cubicBezTo>
                <a:cubicBezTo>
                  <a:pt x="762210" y="833492"/>
                  <a:pt x="753441" y="845393"/>
                  <a:pt x="742103" y="854514"/>
                </a:cubicBezTo>
                <a:cubicBezTo>
                  <a:pt x="756737" y="819849"/>
                  <a:pt x="770991" y="784928"/>
                  <a:pt x="785881" y="750263"/>
                </a:cubicBezTo>
                <a:cubicBezTo>
                  <a:pt x="846713" y="608712"/>
                  <a:pt x="910948" y="469145"/>
                  <a:pt x="978978" y="331786"/>
                </a:cubicBezTo>
                <a:lnTo>
                  <a:pt x="1155717" y="0"/>
                </a:lnTo>
                <a:lnTo>
                  <a:pt x="1098249" y="0"/>
                </a:lnTo>
                <a:lnTo>
                  <a:pt x="991458" y="196614"/>
                </a:lnTo>
                <a:cubicBezTo>
                  <a:pt x="797017" y="573253"/>
                  <a:pt x="633548" y="966066"/>
                  <a:pt x="493941" y="1371196"/>
                </a:cubicBezTo>
                <a:cubicBezTo>
                  <a:pt x="276630" y="2007265"/>
                  <a:pt x="126659" y="2664286"/>
                  <a:pt x="46485" y="3331516"/>
                </a:cubicBezTo>
                <a:cubicBezTo>
                  <a:pt x="4488" y="3672965"/>
                  <a:pt x="-14219" y="4013908"/>
                  <a:pt x="12252" y="4357388"/>
                </a:cubicBezTo>
                <a:cubicBezTo>
                  <a:pt x="43558" y="4758899"/>
                  <a:pt x="90773" y="5157998"/>
                  <a:pt x="170821" y="5552906"/>
                </a:cubicBezTo>
                <a:cubicBezTo>
                  <a:pt x="259109" y="5988893"/>
                  <a:pt x="378967" y="6414594"/>
                  <a:pt x="537265" y="6828295"/>
                </a:cubicBezTo>
                <a:lnTo>
                  <a:pt x="549692" y="6858000"/>
                </a:lnTo>
                <a:lnTo>
                  <a:pt x="602234" y="6858000"/>
                </a:lnTo>
                <a:lnTo>
                  <a:pt x="595414" y="6841549"/>
                </a:lnTo>
                <a:cubicBezTo>
                  <a:pt x="507884" y="6614016"/>
                  <a:pt x="431296" y="6380817"/>
                  <a:pt x="364260" y="6142729"/>
                </a:cubicBezTo>
                <a:cubicBezTo>
                  <a:pt x="305974" y="5935370"/>
                  <a:pt x="262958" y="5723695"/>
                  <a:pt x="213071" y="5513923"/>
                </a:cubicBezTo>
                <a:cubicBezTo>
                  <a:pt x="211892" y="5502788"/>
                  <a:pt x="211299" y="5491601"/>
                  <a:pt x="211290" y="5480401"/>
                </a:cubicBezTo>
                <a:cubicBezTo>
                  <a:pt x="247814" y="5607635"/>
                  <a:pt x="276958" y="5719759"/>
                  <a:pt x="311446" y="5830359"/>
                </a:cubicBezTo>
                <a:cubicBezTo>
                  <a:pt x="401357" y="6118381"/>
                  <a:pt x="505060" y="6398531"/>
                  <a:pt x="622963" y="6670527"/>
                </a:cubicBezTo>
                <a:lnTo>
                  <a:pt x="710464" y="6858000"/>
                </a:lnTo>
                <a:lnTo>
                  <a:pt x="7529613" y="6858000"/>
                </a:lnTo>
                <a:close/>
              </a:path>
            </a:pathLst>
          </a:custGeom>
          <a:solidFill>
            <a:schemeClr val="accent2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C757FA-1EA6-33CB-7D41-CFD545CDC7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19515" y="457201"/>
            <a:ext cx="4002953" cy="183591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Summary of Key Takeaways:</a:t>
            </a:r>
          </a:p>
        </p:txBody>
      </p:sp>
      <p:sp>
        <p:nvSpPr>
          <p:cNvPr id="41" name="sketch line">
            <a:extLst>
              <a:ext uri="{FF2B5EF4-FFF2-40B4-BE49-F238E27FC236}">
                <a16:creationId xmlns:a16="http://schemas.microsoft.com/office/drawing/2014/main" id="{49B530FE-A87D-41A0-A920-ADC6539EA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19514" y="2560829"/>
            <a:ext cx="3771900" cy="18288"/>
          </a:xfrm>
          <a:custGeom>
            <a:avLst/>
            <a:gdLst>
              <a:gd name="connsiteX0" fmla="*/ 0 w 3771900"/>
              <a:gd name="connsiteY0" fmla="*/ 0 h 18288"/>
              <a:gd name="connsiteX1" fmla="*/ 704088 w 3771900"/>
              <a:gd name="connsiteY1" fmla="*/ 0 h 18288"/>
              <a:gd name="connsiteX2" fmla="*/ 1370457 w 3771900"/>
              <a:gd name="connsiteY2" fmla="*/ 0 h 18288"/>
              <a:gd name="connsiteX3" fmla="*/ 2036826 w 3771900"/>
              <a:gd name="connsiteY3" fmla="*/ 0 h 18288"/>
              <a:gd name="connsiteX4" fmla="*/ 2552319 w 3771900"/>
              <a:gd name="connsiteY4" fmla="*/ 0 h 18288"/>
              <a:gd name="connsiteX5" fmla="*/ 3105531 w 3771900"/>
              <a:gd name="connsiteY5" fmla="*/ 0 h 18288"/>
              <a:gd name="connsiteX6" fmla="*/ 3771900 w 3771900"/>
              <a:gd name="connsiteY6" fmla="*/ 0 h 18288"/>
              <a:gd name="connsiteX7" fmla="*/ 3771900 w 3771900"/>
              <a:gd name="connsiteY7" fmla="*/ 18288 h 18288"/>
              <a:gd name="connsiteX8" fmla="*/ 3143250 w 3771900"/>
              <a:gd name="connsiteY8" fmla="*/ 18288 h 18288"/>
              <a:gd name="connsiteX9" fmla="*/ 2627757 w 3771900"/>
              <a:gd name="connsiteY9" fmla="*/ 18288 h 18288"/>
              <a:gd name="connsiteX10" fmla="*/ 2112264 w 3771900"/>
              <a:gd name="connsiteY10" fmla="*/ 18288 h 18288"/>
              <a:gd name="connsiteX11" fmla="*/ 1445895 w 3771900"/>
              <a:gd name="connsiteY11" fmla="*/ 18288 h 18288"/>
              <a:gd name="connsiteX12" fmla="*/ 892683 w 3771900"/>
              <a:gd name="connsiteY12" fmla="*/ 18288 h 18288"/>
              <a:gd name="connsiteX13" fmla="*/ 0 w 3771900"/>
              <a:gd name="connsiteY13" fmla="*/ 18288 h 18288"/>
              <a:gd name="connsiteX14" fmla="*/ 0 w 3771900"/>
              <a:gd name="connsiteY1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771900" h="18288" fill="none" extrusionOk="0">
                <a:moveTo>
                  <a:pt x="0" y="0"/>
                </a:moveTo>
                <a:cubicBezTo>
                  <a:pt x="285982" y="-16509"/>
                  <a:pt x="373591" y="28957"/>
                  <a:pt x="704088" y="0"/>
                </a:cubicBezTo>
                <a:cubicBezTo>
                  <a:pt x="1034585" y="-28957"/>
                  <a:pt x="1127575" y="15529"/>
                  <a:pt x="1370457" y="0"/>
                </a:cubicBezTo>
                <a:cubicBezTo>
                  <a:pt x="1613339" y="-15529"/>
                  <a:pt x="1901330" y="-18417"/>
                  <a:pt x="2036826" y="0"/>
                </a:cubicBezTo>
                <a:cubicBezTo>
                  <a:pt x="2172322" y="18417"/>
                  <a:pt x="2391554" y="24426"/>
                  <a:pt x="2552319" y="0"/>
                </a:cubicBezTo>
                <a:cubicBezTo>
                  <a:pt x="2713084" y="-24426"/>
                  <a:pt x="2832344" y="19126"/>
                  <a:pt x="3105531" y="0"/>
                </a:cubicBezTo>
                <a:cubicBezTo>
                  <a:pt x="3378718" y="-19126"/>
                  <a:pt x="3624591" y="4962"/>
                  <a:pt x="3771900" y="0"/>
                </a:cubicBezTo>
                <a:cubicBezTo>
                  <a:pt x="3771400" y="8855"/>
                  <a:pt x="3772009" y="14521"/>
                  <a:pt x="3771900" y="18288"/>
                </a:cubicBezTo>
                <a:cubicBezTo>
                  <a:pt x="3458898" y="17742"/>
                  <a:pt x="3421743" y="-6827"/>
                  <a:pt x="3143250" y="18288"/>
                </a:cubicBezTo>
                <a:cubicBezTo>
                  <a:pt x="2864757" y="43403"/>
                  <a:pt x="2852800" y="27764"/>
                  <a:pt x="2627757" y="18288"/>
                </a:cubicBezTo>
                <a:cubicBezTo>
                  <a:pt x="2402714" y="8812"/>
                  <a:pt x="2240384" y="-3809"/>
                  <a:pt x="2112264" y="18288"/>
                </a:cubicBezTo>
                <a:cubicBezTo>
                  <a:pt x="1984144" y="40385"/>
                  <a:pt x="1648028" y="25259"/>
                  <a:pt x="1445895" y="18288"/>
                </a:cubicBezTo>
                <a:cubicBezTo>
                  <a:pt x="1243762" y="11317"/>
                  <a:pt x="1123026" y="22466"/>
                  <a:pt x="892683" y="18288"/>
                </a:cubicBezTo>
                <a:cubicBezTo>
                  <a:pt x="662340" y="14110"/>
                  <a:pt x="180978" y="-26198"/>
                  <a:pt x="0" y="18288"/>
                </a:cubicBezTo>
                <a:cubicBezTo>
                  <a:pt x="683" y="12014"/>
                  <a:pt x="724" y="5908"/>
                  <a:pt x="0" y="0"/>
                </a:cubicBezTo>
                <a:close/>
              </a:path>
              <a:path w="3771900" h="18288" stroke="0" extrusionOk="0">
                <a:moveTo>
                  <a:pt x="0" y="0"/>
                </a:moveTo>
                <a:cubicBezTo>
                  <a:pt x="168080" y="-24280"/>
                  <a:pt x="426899" y="-27643"/>
                  <a:pt x="590931" y="0"/>
                </a:cubicBezTo>
                <a:cubicBezTo>
                  <a:pt x="754963" y="27643"/>
                  <a:pt x="943937" y="-964"/>
                  <a:pt x="1106424" y="0"/>
                </a:cubicBezTo>
                <a:cubicBezTo>
                  <a:pt x="1268911" y="964"/>
                  <a:pt x="1620128" y="24107"/>
                  <a:pt x="1810512" y="0"/>
                </a:cubicBezTo>
                <a:cubicBezTo>
                  <a:pt x="2000896" y="-24107"/>
                  <a:pt x="2173109" y="23508"/>
                  <a:pt x="2401443" y="0"/>
                </a:cubicBezTo>
                <a:cubicBezTo>
                  <a:pt x="2629777" y="-23508"/>
                  <a:pt x="2762620" y="-19902"/>
                  <a:pt x="2992374" y="0"/>
                </a:cubicBezTo>
                <a:cubicBezTo>
                  <a:pt x="3222128" y="19902"/>
                  <a:pt x="3483193" y="6322"/>
                  <a:pt x="3771900" y="0"/>
                </a:cubicBezTo>
                <a:cubicBezTo>
                  <a:pt x="3771002" y="7180"/>
                  <a:pt x="3772069" y="13790"/>
                  <a:pt x="3771900" y="18288"/>
                </a:cubicBezTo>
                <a:cubicBezTo>
                  <a:pt x="3466427" y="17166"/>
                  <a:pt x="3360902" y="-2444"/>
                  <a:pt x="3143250" y="18288"/>
                </a:cubicBezTo>
                <a:cubicBezTo>
                  <a:pt x="2925598" y="39020"/>
                  <a:pt x="2852709" y="34774"/>
                  <a:pt x="2627757" y="18288"/>
                </a:cubicBezTo>
                <a:cubicBezTo>
                  <a:pt x="2402805" y="1802"/>
                  <a:pt x="2156087" y="-12568"/>
                  <a:pt x="1999107" y="18288"/>
                </a:cubicBezTo>
                <a:cubicBezTo>
                  <a:pt x="1842127" y="49144"/>
                  <a:pt x="1528676" y="3672"/>
                  <a:pt x="1370457" y="18288"/>
                </a:cubicBezTo>
                <a:cubicBezTo>
                  <a:pt x="1212238" y="32905"/>
                  <a:pt x="1007440" y="24475"/>
                  <a:pt x="779526" y="18288"/>
                </a:cubicBezTo>
                <a:cubicBezTo>
                  <a:pt x="551612" y="12101"/>
                  <a:pt x="175765" y="8638"/>
                  <a:pt x="0" y="18288"/>
                </a:cubicBezTo>
                <a:cubicBezTo>
                  <a:pt x="571" y="10093"/>
                  <a:pt x="-125" y="8407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38100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204A0CD-795A-0AB5-C51F-5F60E1C0081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319515" y="2798064"/>
            <a:ext cx="4095821" cy="341761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algn="l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9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</a:endParaRPr>
          </a:p>
          <a:p>
            <a:pPr marL="0" marR="0" lvl="0" indent="-228600" algn="l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</a:rPr>
              <a:t>ClipHop is an AI-powered video chaptering tool designed to improve video navigation and content accessibility.</a:t>
            </a:r>
          </a:p>
          <a:p>
            <a:pPr marL="0" marR="0" lvl="0" indent="-228600" algn="l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</a:rPr>
              <a:t>The tool automates chapter creation, saving time and effort for content creators.</a:t>
            </a:r>
          </a:p>
          <a:p>
            <a:pPr marL="0" marR="0" lvl="0" indent="-228600" algn="l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</a:rPr>
              <a:t>Differentiates from competitors with higher precision and customization options. </a:t>
            </a:r>
          </a:p>
        </p:txBody>
      </p:sp>
    </p:spTree>
    <p:extLst>
      <p:ext uri="{BB962C8B-B14F-4D97-AF65-F5344CB8AC3E}">
        <p14:creationId xmlns:p14="http://schemas.microsoft.com/office/powerpoint/2010/main" val="27190478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4D24BFD5-D814-402B-B6C4-EEF6AE14B0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C7DF48-6351-1ED6-E5B2-ED811C7B13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" y="1122362"/>
            <a:ext cx="4711446" cy="4135437"/>
          </a:xfrm>
        </p:spPr>
        <p:txBody>
          <a:bodyPr>
            <a:normAutofit/>
          </a:bodyPr>
          <a:lstStyle/>
          <a:p>
            <a:pPr algn="l"/>
            <a:r>
              <a:rPr lang="en-IN" sz="5700"/>
              <a:t>Ongoing Improvements: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6FED7E8-9A97-475F-9FA4-113410D44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79604" y="1031284"/>
            <a:ext cx="2735746" cy="4436126"/>
          </a:xfrm>
          <a:custGeom>
            <a:avLst/>
            <a:gdLst>
              <a:gd name="connsiteX0" fmla="*/ 0 w 2735746"/>
              <a:gd name="connsiteY0" fmla="*/ 0 h 4436126"/>
              <a:gd name="connsiteX1" fmla="*/ 601864 w 2735746"/>
              <a:gd name="connsiteY1" fmla="*/ 0 h 4436126"/>
              <a:gd name="connsiteX2" fmla="*/ 1203728 w 2735746"/>
              <a:gd name="connsiteY2" fmla="*/ 0 h 4436126"/>
              <a:gd name="connsiteX3" fmla="*/ 1860307 w 2735746"/>
              <a:gd name="connsiteY3" fmla="*/ 0 h 4436126"/>
              <a:gd name="connsiteX4" fmla="*/ 2735746 w 2735746"/>
              <a:gd name="connsiteY4" fmla="*/ 0 h 4436126"/>
              <a:gd name="connsiteX5" fmla="*/ 2735746 w 2735746"/>
              <a:gd name="connsiteY5" fmla="*/ 722455 h 4436126"/>
              <a:gd name="connsiteX6" fmla="*/ 2735746 w 2735746"/>
              <a:gd name="connsiteY6" fmla="*/ 1400548 h 4436126"/>
              <a:gd name="connsiteX7" fmla="*/ 2735746 w 2735746"/>
              <a:gd name="connsiteY7" fmla="*/ 2123003 h 4436126"/>
              <a:gd name="connsiteX8" fmla="*/ 2735746 w 2735746"/>
              <a:gd name="connsiteY8" fmla="*/ 2623652 h 4436126"/>
              <a:gd name="connsiteX9" fmla="*/ 2735746 w 2735746"/>
              <a:gd name="connsiteY9" fmla="*/ 3346106 h 4436126"/>
              <a:gd name="connsiteX10" fmla="*/ 2735746 w 2735746"/>
              <a:gd name="connsiteY10" fmla="*/ 4436126 h 4436126"/>
              <a:gd name="connsiteX11" fmla="*/ 2106524 w 2735746"/>
              <a:gd name="connsiteY11" fmla="*/ 4436126 h 4436126"/>
              <a:gd name="connsiteX12" fmla="*/ 1449945 w 2735746"/>
              <a:gd name="connsiteY12" fmla="*/ 4436126 h 4436126"/>
              <a:gd name="connsiteX13" fmla="*/ 793366 w 2735746"/>
              <a:gd name="connsiteY13" fmla="*/ 4436126 h 4436126"/>
              <a:gd name="connsiteX14" fmla="*/ 0 w 2735746"/>
              <a:gd name="connsiteY14" fmla="*/ 4436126 h 4436126"/>
              <a:gd name="connsiteX15" fmla="*/ 0 w 2735746"/>
              <a:gd name="connsiteY15" fmla="*/ 3713671 h 4436126"/>
              <a:gd name="connsiteX16" fmla="*/ 0 w 2735746"/>
              <a:gd name="connsiteY16" fmla="*/ 3124300 h 4436126"/>
              <a:gd name="connsiteX17" fmla="*/ 0 w 2735746"/>
              <a:gd name="connsiteY17" fmla="*/ 2446207 h 4436126"/>
              <a:gd name="connsiteX18" fmla="*/ 0 w 2735746"/>
              <a:gd name="connsiteY18" fmla="*/ 1856836 h 4436126"/>
              <a:gd name="connsiteX19" fmla="*/ 0 w 2735746"/>
              <a:gd name="connsiteY19" fmla="*/ 1178742 h 4436126"/>
              <a:gd name="connsiteX20" fmla="*/ 0 w 2735746"/>
              <a:gd name="connsiteY20" fmla="*/ 678094 h 4436126"/>
              <a:gd name="connsiteX21" fmla="*/ 0 w 2735746"/>
              <a:gd name="connsiteY21" fmla="*/ 0 h 4436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2735746" h="4436126" fill="none" extrusionOk="0">
                <a:moveTo>
                  <a:pt x="0" y="0"/>
                </a:moveTo>
                <a:cubicBezTo>
                  <a:pt x="179540" y="26169"/>
                  <a:pt x="438012" y="23230"/>
                  <a:pt x="601864" y="0"/>
                </a:cubicBezTo>
                <a:cubicBezTo>
                  <a:pt x="765716" y="-23230"/>
                  <a:pt x="955038" y="-5127"/>
                  <a:pt x="1203728" y="0"/>
                </a:cubicBezTo>
                <a:cubicBezTo>
                  <a:pt x="1452418" y="5127"/>
                  <a:pt x="1646417" y="-25974"/>
                  <a:pt x="1860307" y="0"/>
                </a:cubicBezTo>
                <a:cubicBezTo>
                  <a:pt x="2074197" y="25974"/>
                  <a:pt x="2430568" y="-26480"/>
                  <a:pt x="2735746" y="0"/>
                </a:cubicBezTo>
                <a:cubicBezTo>
                  <a:pt x="2706048" y="340749"/>
                  <a:pt x="2740838" y="495871"/>
                  <a:pt x="2735746" y="722455"/>
                </a:cubicBezTo>
                <a:cubicBezTo>
                  <a:pt x="2730654" y="949039"/>
                  <a:pt x="2752433" y="1198388"/>
                  <a:pt x="2735746" y="1400548"/>
                </a:cubicBezTo>
                <a:cubicBezTo>
                  <a:pt x="2719059" y="1602708"/>
                  <a:pt x="2715247" y="1770847"/>
                  <a:pt x="2735746" y="2123003"/>
                </a:cubicBezTo>
                <a:cubicBezTo>
                  <a:pt x="2756245" y="2475160"/>
                  <a:pt x="2751062" y="2522091"/>
                  <a:pt x="2735746" y="2623652"/>
                </a:cubicBezTo>
                <a:cubicBezTo>
                  <a:pt x="2720430" y="2725213"/>
                  <a:pt x="2753604" y="3142493"/>
                  <a:pt x="2735746" y="3346106"/>
                </a:cubicBezTo>
                <a:cubicBezTo>
                  <a:pt x="2717888" y="3549719"/>
                  <a:pt x="2748400" y="4025565"/>
                  <a:pt x="2735746" y="4436126"/>
                </a:cubicBezTo>
                <a:cubicBezTo>
                  <a:pt x="2455834" y="4434463"/>
                  <a:pt x="2336666" y="4425166"/>
                  <a:pt x="2106524" y="4436126"/>
                </a:cubicBezTo>
                <a:cubicBezTo>
                  <a:pt x="1876382" y="4447086"/>
                  <a:pt x="1601121" y="4420147"/>
                  <a:pt x="1449945" y="4436126"/>
                </a:cubicBezTo>
                <a:cubicBezTo>
                  <a:pt x="1298769" y="4452105"/>
                  <a:pt x="950963" y="4404014"/>
                  <a:pt x="793366" y="4436126"/>
                </a:cubicBezTo>
                <a:cubicBezTo>
                  <a:pt x="635769" y="4468238"/>
                  <a:pt x="300146" y="4462205"/>
                  <a:pt x="0" y="4436126"/>
                </a:cubicBezTo>
                <a:cubicBezTo>
                  <a:pt x="25833" y="4232419"/>
                  <a:pt x="3486" y="4019021"/>
                  <a:pt x="0" y="3713671"/>
                </a:cubicBezTo>
                <a:cubicBezTo>
                  <a:pt x="-3486" y="3408322"/>
                  <a:pt x="-27541" y="3277286"/>
                  <a:pt x="0" y="3124300"/>
                </a:cubicBezTo>
                <a:cubicBezTo>
                  <a:pt x="27541" y="2971314"/>
                  <a:pt x="31162" y="2762025"/>
                  <a:pt x="0" y="2446207"/>
                </a:cubicBezTo>
                <a:cubicBezTo>
                  <a:pt x="-31162" y="2130389"/>
                  <a:pt x="9656" y="2027375"/>
                  <a:pt x="0" y="1856836"/>
                </a:cubicBezTo>
                <a:cubicBezTo>
                  <a:pt x="-9656" y="1686297"/>
                  <a:pt x="-14688" y="1512539"/>
                  <a:pt x="0" y="1178742"/>
                </a:cubicBezTo>
                <a:cubicBezTo>
                  <a:pt x="14688" y="844945"/>
                  <a:pt x="2890" y="917816"/>
                  <a:pt x="0" y="678094"/>
                </a:cubicBezTo>
                <a:cubicBezTo>
                  <a:pt x="-2890" y="438372"/>
                  <a:pt x="5448" y="207647"/>
                  <a:pt x="0" y="0"/>
                </a:cubicBezTo>
                <a:close/>
              </a:path>
              <a:path w="2735746" h="4436126" stroke="0" extrusionOk="0">
                <a:moveTo>
                  <a:pt x="0" y="0"/>
                </a:moveTo>
                <a:cubicBezTo>
                  <a:pt x="209894" y="16338"/>
                  <a:pt x="375877" y="-31334"/>
                  <a:pt x="629222" y="0"/>
                </a:cubicBezTo>
                <a:cubicBezTo>
                  <a:pt x="882567" y="31334"/>
                  <a:pt x="997255" y="-29736"/>
                  <a:pt x="1258443" y="0"/>
                </a:cubicBezTo>
                <a:cubicBezTo>
                  <a:pt x="1519631" y="29736"/>
                  <a:pt x="1769008" y="-24969"/>
                  <a:pt x="1942380" y="0"/>
                </a:cubicBezTo>
                <a:cubicBezTo>
                  <a:pt x="2115752" y="24969"/>
                  <a:pt x="2487652" y="32052"/>
                  <a:pt x="2735746" y="0"/>
                </a:cubicBezTo>
                <a:cubicBezTo>
                  <a:pt x="2751518" y="246908"/>
                  <a:pt x="2711283" y="325094"/>
                  <a:pt x="2735746" y="589371"/>
                </a:cubicBezTo>
                <a:cubicBezTo>
                  <a:pt x="2760209" y="853648"/>
                  <a:pt x="2718833" y="972107"/>
                  <a:pt x="2735746" y="1090020"/>
                </a:cubicBezTo>
                <a:cubicBezTo>
                  <a:pt x="2752659" y="1207933"/>
                  <a:pt x="2729992" y="1582062"/>
                  <a:pt x="2735746" y="1812474"/>
                </a:cubicBezTo>
                <a:cubicBezTo>
                  <a:pt x="2741500" y="2042886"/>
                  <a:pt x="2707628" y="2235903"/>
                  <a:pt x="2735746" y="2401845"/>
                </a:cubicBezTo>
                <a:cubicBezTo>
                  <a:pt x="2763864" y="2567787"/>
                  <a:pt x="2758150" y="2913761"/>
                  <a:pt x="2735746" y="3124300"/>
                </a:cubicBezTo>
                <a:cubicBezTo>
                  <a:pt x="2713342" y="3334839"/>
                  <a:pt x="2720989" y="3582863"/>
                  <a:pt x="2735746" y="3758032"/>
                </a:cubicBezTo>
                <a:cubicBezTo>
                  <a:pt x="2750503" y="3933201"/>
                  <a:pt x="2736802" y="4250321"/>
                  <a:pt x="2735746" y="4436126"/>
                </a:cubicBezTo>
                <a:cubicBezTo>
                  <a:pt x="2480396" y="4409468"/>
                  <a:pt x="2193035" y="4433672"/>
                  <a:pt x="2051810" y="4436126"/>
                </a:cubicBezTo>
                <a:cubicBezTo>
                  <a:pt x="1910585" y="4438580"/>
                  <a:pt x="1557696" y="4442846"/>
                  <a:pt x="1422588" y="4436126"/>
                </a:cubicBezTo>
                <a:cubicBezTo>
                  <a:pt x="1287480" y="4429406"/>
                  <a:pt x="1114403" y="4428562"/>
                  <a:pt x="820724" y="4436126"/>
                </a:cubicBezTo>
                <a:cubicBezTo>
                  <a:pt x="527045" y="4443690"/>
                  <a:pt x="375914" y="4447757"/>
                  <a:pt x="0" y="4436126"/>
                </a:cubicBezTo>
                <a:cubicBezTo>
                  <a:pt x="-31538" y="4174476"/>
                  <a:pt x="-31250" y="4099935"/>
                  <a:pt x="0" y="3802394"/>
                </a:cubicBezTo>
                <a:cubicBezTo>
                  <a:pt x="31250" y="3504853"/>
                  <a:pt x="9806" y="3349077"/>
                  <a:pt x="0" y="3213023"/>
                </a:cubicBezTo>
                <a:cubicBezTo>
                  <a:pt x="-9806" y="3076969"/>
                  <a:pt x="-22953" y="2900441"/>
                  <a:pt x="0" y="2712374"/>
                </a:cubicBezTo>
                <a:cubicBezTo>
                  <a:pt x="22953" y="2524307"/>
                  <a:pt x="-35854" y="2231517"/>
                  <a:pt x="0" y="1989919"/>
                </a:cubicBezTo>
                <a:cubicBezTo>
                  <a:pt x="35854" y="1748321"/>
                  <a:pt x="1945" y="1519865"/>
                  <a:pt x="0" y="1400548"/>
                </a:cubicBezTo>
                <a:cubicBezTo>
                  <a:pt x="-1945" y="1281231"/>
                  <a:pt x="-11601" y="971726"/>
                  <a:pt x="0" y="811177"/>
                </a:cubicBezTo>
                <a:cubicBezTo>
                  <a:pt x="11601" y="650628"/>
                  <a:pt x="34125" y="21079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57150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68728339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38655F9-5947-5AAB-24BE-C2F9F1DD2ED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946085" y="1232452"/>
            <a:ext cx="2400300" cy="385091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b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7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7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Continuous refinement of AI model accuracy.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7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Enhancing user interface for better user experience. </a:t>
            </a:r>
          </a:p>
        </p:txBody>
      </p:sp>
      <p:sp>
        <p:nvSpPr>
          <p:cNvPr id="27" name="sketch line">
            <a:extLst>
              <a:ext uri="{FF2B5EF4-FFF2-40B4-BE49-F238E27FC236}">
                <a16:creationId xmlns:a16="http://schemas.microsoft.com/office/drawing/2014/main" id="{2A39B854-4B6C-4F7F-A602-6F97770CED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49" y="5439978"/>
            <a:ext cx="4711446" cy="18288"/>
          </a:xfrm>
          <a:custGeom>
            <a:avLst/>
            <a:gdLst>
              <a:gd name="connsiteX0" fmla="*/ 0 w 4711446"/>
              <a:gd name="connsiteY0" fmla="*/ 0 h 18288"/>
              <a:gd name="connsiteX1" fmla="*/ 625949 w 4711446"/>
              <a:gd name="connsiteY1" fmla="*/ 0 h 18288"/>
              <a:gd name="connsiteX2" fmla="*/ 1157670 w 4711446"/>
              <a:gd name="connsiteY2" fmla="*/ 0 h 18288"/>
              <a:gd name="connsiteX3" fmla="*/ 1736504 w 4711446"/>
              <a:gd name="connsiteY3" fmla="*/ 0 h 18288"/>
              <a:gd name="connsiteX4" fmla="*/ 2456683 w 4711446"/>
              <a:gd name="connsiteY4" fmla="*/ 0 h 18288"/>
              <a:gd name="connsiteX5" fmla="*/ 3082632 w 4711446"/>
              <a:gd name="connsiteY5" fmla="*/ 0 h 18288"/>
              <a:gd name="connsiteX6" fmla="*/ 3661467 w 4711446"/>
              <a:gd name="connsiteY6" fmla="*/ 0 h 18288"/>
              <a:gd name="connsiteX7" fmla="*/ 4711446 w 4711446"/>
              <a:gd name="connsiteY7" fmla="*/ 0 h 18288"/>
              <a:gd name="connsiteX8" fmla="*/ 4711446 w 4711446"/>
              <a:gd name="connsiteY8" fmla="*/ 18288 h 18288"/>
              <a:gd name="connsiteX9" fmla="*/ 4038382 w 4711446"/>
              <a:gd name="connsiteY9" fmla="*/ 18288 h 18288"/>
              <a:gd name="connsiteX10" fmla="*/ 3459547 w 4711446"/>
              <a:gd name="connsiteY10" fmla="*/ 18288 h 18288"/>
              <a:gd name="connsiteX11" fmla="*/ 2692255 w 4711446"/>
              <a:gd name="connsiteY11" fmla="*/ 18288 h 18288"/>
              <a:gd name="connsiteX12" fmla="*/ 2066306 w 4711446"/>
              <a:gd name="connsiteY12" fmla="*/ 18288 h 18288"/>
              <a:gd name="connsiteX13" fmla="*/ 1534585 w 4711446"/>
              <a:gd name="connsiteY13" fmla="*/ 18288 h 18288"/>
              <a:gd name="connsiteX14" fmla="*/ 814407 w 4711446"/>
              <a:gd name="connsiteY14" fmla="*/ 18288 h 18288"/>
              <a:gd name="connsiteX15" fmla="*/ 0 w 4711446"/>
              <a:gd name="connsiteY15" fmla="*/ 18288 h 18288"/>
              <a:gd name="connsiteX16" fmla="*/ 0 w 4711446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711446" h="18288" fill="none" extrusionOk="0">
                <a:moveTo>
                  <a:pt x="0" y="0"/>
                </a:moveTo>
                <a:cubicBezTo>
                  <a:pt x="275996" y="-6775"/>
                  <a:pt x="430270" y="12128"/>
                  <a:pt x="625949" y="0"/>
                </a:cubicBezTo>
                <a:cubicBezTo>
                  <a:pt x="821628" y="-12128"/>
                  <a:pt x="953153" y="2170"/>
                  <a:pt x="1157670" y="0"/>
                </a:cubicBezTo>
                <a:cubicBezTo>
                  <a:pt x="1362187" y="-2170"/>
                  <a:pt x="1508708" y="24986"/>
                  <a:pt x="1736504" y="0"/>
                </a:cubicBezTo>
                <a:cubicBezTo>
                  <a:pt x="1964300" y="-24986"/>
                  <a:pt x="2114331" y="-14747"/>
                  <a:pt x="2456683" y="0"/>
                </a:cubicBezTo>
                <a:cubicBezTo>
                  <a:pt x="2799035" y="14747"/>
                  <a:pt x="2904885" y="27883"/>
                  <a:pt x="3082632" y="0"/>
                </a:cubicBezTo>
                <a:cubicBezTo>
                  <a:pt x="3260379" y="-27883"/>
                  <a:pt x="3449277" y="21284"/>
                  <a:pt x="3661467" y="0"/>
                </a:cubicBezTo>
                <a:cubicBezTo>
                  <a:pt x="3873658" y="-21284"/>
                  <a:pt x="4403906" y="12447"/>
                  <a:pt x="4711446" y="0"/>
                </a:cubicBezTo>
                <a:cubicBezTo>
                  <a:pt x="4711844" y="7429"/>
                  <a:pt x="4711426" y="10822"/>
                  <a:pt x="4711446" y="18288"/>
                </a:cubicBezTo>
                <a:cubicBezTo>
                  <a:pt x="4441704" y="14143"/>
                  <a:pt x="4312170" y="5146"/>
                  <a:pt x="4038382" y="18288"/>
                </a:cubicBezTo>
                <a:cubicBezTo>
                  <a:pt x="3764594" y="31430"/>
                  <a:pt x="3716634" y="24680"/>
                  <a:pt x="3459547" y="18288"/>
                </a:cubicBezTo>
                <a:cubicBezTo>
                  <a:pt x="3202460" y="11896"/>
                  <a:pt x="2879854" y="19674"/>
                  <a:pt x="2692255" y="18288"/>
                </a:cubicBezTo>
                <a:cubicBezTo>
                  <a:pt x="2504656" y="16902"/>
                  <a:pt x="2223731" y="-2796"/>
                  <a:pt x="2066306" y="18288"/>
                </a:cubicBezTo>
                <a:cubicBezTo>
                  <a:pt x="1908881" y="39372"/>
                  <a:pt x="1781464" y="10855"/>
                  <a:pt x="1534585" y="18288"/>
                </a:cubicBezTo>
                <a:cubicBezTo>
                  <a:pt x="1287706" y="25721"/>
                  <a:pt x="979966" y="-15294"/>
                  <a:pt x="814407" y="18288"/>
                </a:cubicBezTo>
                <a:cubicBezTo>
                  <a:pt x="648848" y="51870"/>
                  <a:pt x="195527" y="13986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711446" h="18288" stroke="0" extrusionOk="0">
                <a:moveTo>
                  <a:pt x="0" y="0"/>
                </a:moveTo>
                <a:cubicBezTo>
                  <a:pt x="225644" y="-29218"/>
                  <a:pt x="321824" y="-13505"/>
                  <a:pt x="625949" y="0"/>
                </a:cubicBezTo>
                <a:cubicBezTo>
                  <a:pt x="930074" y="13505"/>
                  <a:pt x="1040728" y="23682"/>
                  <a:pt x="1157670" y="0"/>
                </a:cubicBezTo>
                <a:cubicBezTo>
                  <a:pt x="1274612" y="-23682"/>
                  <a:pt x="1732715" y="-38127"/>
                  <a:pt x="1924962" y="0"/>
                </a:cubicBezTo>
                <a:cubicBezTo>
                  <a:pt x="2117209" y="38127"/>
                  <a:pt x="2299261" y="17383"/>
                  <a:pt x="2550911" y="0"/>
                </a:cubicBezTo>
                <a:cubicBezTo>
                  <a:pt x="2802561" y="-17383"/>
                  <a:pt x="2873352" y="-24010"/>
                  <a:pt x="3176861" y="0"/>
                </a:cubicBezTo>
                <a:cubicBezTo>
                  <a:pt x="3480370" y="24010"/>
                  <a:pt x="3597961" y="-9070"/>
                  <a:pt x="3944153" y="0"/>
                </a:cubicBezTo>
                <a:cubicBezTo>
                  <a:pt x="4290345" y="9070"/>
                  <a:pt x="4345995" y="26854"/>
                  <a:pt x="4711446" y="0"/>
                </a:cubicBezTo>
                <a:cubicBezTo>
                  <a:pt x="4710560" y="5429"/>
                  <a:pt x="4712267" y="14046"/>
                  <a:pt x="4711446" y="18288"/>
                </a:cubicBezTo>
                <a:cubicBezTo>
                  <a:pt x="4574282" y="23897"/>
                  <a:pt x="4363770" y="43566"/>
                  <a:pt x="4132611" y="18288"/>
                </a:cubicBezTo>
                <a:cubicBezTo>
                  <a:pt x="3901452" y="-6990"/>
                  <a:pt x="3795359" y="-7327"/>
                  <a:pt x="3459547" y="18288"/>
                </a:cubicBezTo>
                <a:cubicBezTo>
                  <a:pt x="3123735" y="43903"/>
                  <a:pt x="3000502" y="-9998"/>
                  <a:pt x="2786484" y="18288"/>
                </a:cubicBezTo>
                <a:cubicBezTo>
                  <a:pt x="2572466" y="46574"/>
                  <a:pt x="2424773" y="17766"/>
                  <a:pt x="2160535" y="18288"/>
                </a:cubicBezTo>
                <a:cubicBezTo>
                  <a:pt x="1896297" y="18810"/>
                  <a:pt x="1673486" y="-6557"/>
                  <a:pt x="1393242" y="18288"/>
                </a:cubicBezTo>
                <a:cubicBezTo>
                  <a:pt x="1112998" y="43133"/>
                  <a:pt x="887393" y="39122"/>
                  <a:pt x="625949" y="18288"/>
                </a:cubicBezTo>
                <a:cubicBezTo>
                  <a:pt x="364505" y="-2546"/>
                  <a:pt x="251092" y="19641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0009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9DBDB8-13AE-321C-968D-6CFF8EE95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Job 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5E7B87D-995D-AACE-5AF3-323DF47AB9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4899" y="1675227"/>
            <a:ext cx="7174201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8732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D24BFD5-D814-402B-B6C4-EEF6AE14B0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BE3049-B74F-8D6A-BC01-7EFCD6F2A8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" y="1122362"/>
            <a:ext cx="4711446" cy="4135437"/>
          </a:xfrm>
        </p:spPr>
        <p:txBody>
          <a:bodyPr>
            <a:normAutofit/>
          </a:bodyPr>
          <a:lstStyle/>
          <a:p>
            <a:pPr algn="l"/>
            <a:r>
              <a:rPr lang="en-IN" sz="5700"/>
              <a:t>Next Steps: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6FED7E8-9A97-475F-9FA4-113410D44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79604" y="1031284"/>
            <a:ext cx="2735746" cy="4436126"/>
          </a:xfrm>
          <a:custGeom>
            <a:avLst/>
            <a:gdLst>
              <a:gd name="connsiteX0" fmla="*/ 0 w 2735746"/>
              <a:gd name="connsiteY0" fmla="*/ 0 h 4436126"/>
              <a:gd name="connsiteX1" fmla="*/ 601864 w 2735746"/>
              <a:gd name="connsiteY1" fmla="*/ 0 h 4436126"/>
              <a:gd name="connsiteX2" fmla="*/ 1203728 w 2735746"/>
              <a:gd name="connsiteY2" fmla="*/ 0 h 4436126"/>
              <a:gd name="connsiteX3" fmla="*/ 1860307 w 2735746"/>
              <a:gd name="connsiteY3" fmla="*/ 0 h 4436126"/>
              <a:gd name="connsiteX4" fmla="*/ 2735746 w 2735746"/>
              <a:gd name="connsiteY4" fmla="*/ 0 h 4436126"/>
              <a:gd name="connsiteX5" fmla="*/ 2735746 w 2735746"/>
              <a:gd name="connsiteY5" fmla="*/ 722455 h 4436126"/>
              <a:gd name="connsiteX6" fmla="*/ 2735746 w 2735746"/>
              <a:gd name="connsiteY6" fmla="*/ 1400548 h 4436126"/>
              <a:gd name="connsiteX7" fmla="*/ 2735746 w 2735746"/>
              <a:gd name="connsiteY7" fmla="*/ 2123003 h 4436126"/>
              <a:gd name="connsiteX8" fmla="*/ 2735746 w 2735746"/>
              <a:gd name="connsiteY8" fmla="*/ 2623652 h 4436126"/>
              <a:gd name="connsiteX9" fmla="*/ 2735746 w 2735746"/>
              <a:gd name="connsiteY9" fmla="*/ 3346106 h 4436126"/>
              <a:gd name="connsiteX10" fmla="*/ 2735746 w 2735746"/>
              <a:gd name="connsiteY10" fmla="*/ 4436126 h 4436126"/>
              <a:gd name="connsiteX11" fmla="*/ 2106524 w 2735746"/>
              <a:gd name="connsiteY11" fmla="*/ 4436126 h 4436126"/>
              <a:gd name="connsiteX12" fmla="*/ 1449945 w 2735746"/>
              <a:gd name="connsiteY12" fmla="*/ 4436126 h 4436126"/>
              <a:gd name="connsiteX13" fmla="*/ 793366 w 2735746"/>
              <a:gd name="connsiteY13" fmla="*/ 4436126 h 4436126"/>
              <a:gd name="connsiteX14" fmla="*/ 0 w 2735746"/>
              <a:gd name="connsiteY14" fmla="*/ 4436126 h 4436126"/>
              <a:gd name="connsiteX15" fmla="*/ 0 w 2735746"/>
              <a:gd name="connsiteY15" fmla="*/ 3713671 h 4436126"/>
              <a:gd name="connsiteX16" fmla="*/ 0 w 2735746"/>
              <a:gd name="connsiteY16" fmla="*/ 3124300 h 4436126"/>
              <a:gd name="connsiteX17" fmla="*/ 0 w 2735746"/>
              <a:gd name="connsiteY17" fmla="*/ 2446207 h 4436126"/>
              <a:gd name="connsiteX18" fmla="*/ 0 w 2735746"/>
              <a:gd name="connsiteY18" fmla="*/ 1856836 h 4436126"/>
              <a:gd name="connsiteX19" fmla="*/ 0 w 2735746"/>
              <a:gd name="connsiteY19" fmla="*/ 1178742 h 4436126"/>
              <a:gd name="connsiteX20" fmla="*/ 0 w 2735746"/>
              <a:gd name="connsiteY20" fmla="*/ 678094 h 4436126"/>
              <a:gd name="connsiteX21" fmla="*/ 0 w 2735746"/>
              <a:gd name="connsiteY21" fmla="*/ 0 h 4436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2735746" h="4436126" fill="none" extrusionOk="0">
                <a:moveTo>
                  <a:pt x="0" y="0"/>
                </a:moveTo>
                <a:cubicBezTo>
                  <a:pt x="179540" y="26169"/>
                  <a:pt x="438012" y="23230"/>
                  <a:pt x="601864" y="0"/>
                </a:cubicBezTo>
                <a:cubicBezTo>
                  <a:pt x="765716" y="-23230"/>
                  <a:pt x="955038" y="-5127"/>
                  <a:pt x="1203728" y="0"/>
                </a:cubicBezTo>
                <a:cubicBezTo>
                  <a:pt x="1452418" y="5127"/>
                  <a:pt x="1646417" y="-25974"/>
                  <a:pt x="1860307" y="0"/>
                </a:cubicBezTo>
                <a:cubicBezTo>
                  <a:pt x="2074197" y="25974"/>
                  <a:pt x="2430568" y="-26480"/>
                  <a:pt x="2735746" y="0"/>
                </a:cubicBezTo>
                <a:cubicBezTo>
                  <a:pt x="2706048" y="340749"/>
                  <a:pt x="2740838" y="495871"/>
                  <a:pt x="2735746" y="722455"/>
                </a:cubicBezTo>
                <a:cubicBezTo>
                  <a:pt x="2730654" y="949039"/>
                  <a:pt x="2752433" y="1198388"/>
                  <a:pt x="2735746" y="1400548"/>
                </a:cubicBezTo>
                <a:cubicBezTo>
                  <a:pt x="2719059" y="1602708"/>
                  <a:pt x="2715247" y="1770847"/>
                  <a:pt x="2735746" y="2123003"/>
                </a:cubicBezTo>
                <a:cubicBezTo>
                  <a:pt x="2756245" y="2475160"/>
                  <a:pt x="2751062" y="2522091"/>
                  <a:pt x="2735746" y="2623652"/>
                </a:cubicBezTo>
                <a:cubicBezTo>
                  <a:pt x="2720430" y="2725213"/>
                  <a:pt x="2753604" y="3142493"/>
                  <a:pt x="2735746" y="3346106"/>
                </a:cubicBezTo>
                <a:cubicBezTo>
                  <a:pt x="2717888" y="3549719"/>
                  <a:pt x="2748400" y="4025565"/>
                  <a:pt x="2735746" y="4436126"/>
                </a:cubicBezTo>
                <a:cubicBezTo>
                  <a:pt x="2455834" y="4434463"/>
                  <a:pt x="2336666" y="4425166"/>
                  <a:pt x="2106524" y="4436126"/>
                </a:cubicBezTo>
                <a:cubicBezTo>
                  <a:pt x="1876382" y="4447086"/>
                  <a:pt x="1601121" y="4420147"/>
                  <a:pt x="1449945" y="4436126"/>
                </a:cubicBezTo>
                <a:cubicBezTo>
                  <a:pt x="1298769" y="4452105"/>
                  <a:pt x="950963" y="4404014"/>
                  <a:pt x="793366" y="4436126"/>
                </a:cubicBezTo>
                <a:cubicBezTo>
                  <a:pt x="635769" y="4468238"/>
                  <a:pt x="300146" y="4462205"/>
                  <a:pt x="0" y="4436126"/>
                </a:cubicBezTo>
                <a:cubicBezTo>
                  <a:pt x="25833" y="4232419"/>
                  <a:pt x="3486" y="4019021"/>
                  <a:pt x="0" y="3713671"/>
                </a:cubicBezTo>
                <a:cubicBezTo>
                  <a:pt x="-3486" y="3408322"/>
                  <a:pt x="-27541" y="3277286"/>
                  <a:pt x="0" y="3124300"/>
                </a:cubicBezTo>
                <a:cubicBezTo>
                  <a:pt x="27541" y="2971314"/>
                  <a:pt x="31162" y="2762025"/>
                  <a:pt x="0" y="2446207"/>
                </a:cubicBezTo>
                <a:cubicBezTo>
                  <a:pt x="-31162" y="2130389"/>
                  <a:pt x="9656" y="2027375"/>
                  <a:pt x="0" y="1856836"/>
                </a:cubicBezTo>
                <a:cubicBezTo>
                  <a:pt x="-9656" y="1686297"/>
                  <a:pt x="-14688" y="1512539"/>
                  <a:pt x="0" y="1178742"/>
                </a:cubicBezTo>
                <a:cubicBezTo>
                  <a:pt x="14688" y="844945"/>
                  <a:pt x="2890" y="917816"/>
                  <a:pt x="0" y="678094"/>
                </a:cubicBezTo>
                <a:cubicBezTo>
                  <a:pt x="-2890" y="438372"/>
                  <a:pt x="5448" y="207647"/>
                  <a:pt x="0" y="0"/>
                </a:cubicBezTo>
                <a:close/>
              </a:path>
              <a:path w="2735746" h="4436126" stroke="0" extrusionOk="0">
                <a:moveTo>
                  <a:pt x="0" y="0"/>
                </a:moveTo>
                <a:cubicBezTo>
                  <a:pt x="209894" y="16338"/>
                  <a:pt x="375877" y="-31334"/>
                  <a:pt x="629222" y="0"/>
                </a:cubicBezTo>
                <a:cubicBezTo>
                  <a:pt x="882567" y="31334"/>
                  <a:pt x="997255" y="-29736"/>
                  <a:pt x="1258443" y="0"/>
                </a:cubicBezTo>
                <a:cubicBezTo>
                  <a:pt x="1519631" y="29736"/>
                  <a:pt x="1769008" y="-24969"/>
                  <a:pt x="1942380" y="0"/>
                </a:cubicBezTo>
                <a:cubicBezTo>
                  <a:pt x="2115752" y="24969"/>
                  <a:pt x="2487652" y="32052"/>
                  <a:pt x="2735746" y="0"/>
                </a:cubicBezTo>
                <a:cubicBezTo>
                  <a:pt x="2751518" y="246908"/>
                  <a:pt x="2711283" y="325094"/>
                  <a:pt x="2735746" y="589371"/>
                </a:cubicBezTo>
                <a:cubicBezTo>
                  <a:pt x="2760209" y="853648"/>
                  <a:pt x="2718833" y="972107"/>
                  <a:pt x="2735746" y="1090020"/>
                </a:cubicBezTo>
                <a:cubicBezTo>
                  <a:pt x="2752659" y="1207933"/>
                  <a:pt x="2729992" y="1582062"/>
                  <a:pt x="2735746" y="1812474"/>
                </a:cubicBezTo>
                <a:cubicBezTo>
                  <a:pt x="2741500" y="2042886"/>
                  <a:pt x="2707628" y="2235903"/>
                  <a:pt x="2735746" y="2401845"/>
                </a:cubicBezTo>
                <a:cubicBezTo>
                  <a:pt x="2763864" y="2567787"/>
                  <a:pt x="2758150" y="2913761"/>
                  <a:pt x="2735746" y="3124300"/>
                </a:cubicBezTo>
                <a:cubicBezTo>
                  <a:pt x="2713342" y="3334839"/>
                  <a:pt x="2720989" y="3582863"/>
                  <a:pt x="2735746" y="3758032"/>
                </a:cubicBezTo>
                <a:cubicBezTo>
                  <a:pt x="2750503" y="3933201"/>
                  <a:pt x="2736802" y="4250321"/>
                  <a:pt x="2735746" y="4436126"/>
                </a:cubicBezTo>
                <a:cubicBezTo>
                  <a:pt x="2480396" y="4409468"/>
                  <a:pt x="2193035" y="4433672"/>
                  <a:pt x="2051810" y="4436126"/>
                </a:cubicBezTo>
                <a:cubicBezTo>
                  <a:pt x="1910585" y="4438580"/>
                  <a:pt x="1557696" y="4442846"/>
                  <a:pt x="1422588" y="4436126"/>
                </a:cubicBezTo>
                <a:cubicBezTo>
                  <a:pt x="1287480" y="4429406"/>
                  <a:pt x="1114403" y="4428562"/>
                  <a:pt x="820724" y="4436126"/>
                </a:cubicBezTo>
                <a:cubicBezTo>
                  <a:pt x="527045" y="4443690"/>
                  <a:pt x="375914" y="4447757"/>
                  <a:pt x="0" y="4436126"/>
                </a:cubicBezTo>
                <a:cubicBezTo>
                  <a:pt x="-31538" y="4174476"/>
                  <a:pt x="-31250" y="4099935"/>
                  <a:pt x="0" y="3802394"/>
                </a:cubicBezTo>
                <a:cubicBezTo>
                  <a:pt x="31250" y="3504853"/>
                  <a:pt x="9806" y="3349077"/>
                  <a:pt x="0" y="3213023"/>
                </a:cubicBezTo>
                <a:cubicBezTo>
                  <a:pt x="-9806" y="3076969"/>
                  <a:pt x="-22953" y="2900441"/>
                  <a:pt x="0" y="2712374"/>
                </a:cubicBezTo>
                <a:cubicBezTo>
                  <a:pt x="22953" y="2524307"/>
                  <a:pt x="-35854" y="2231517"/>
                  <a:pt x="0" y="1989919"/>
                </a:cubicBezTo>
                <a:cubicBezTo>
                  <a:pt x="35854" y="1748321"/>
                  <a:pt x="1945" y="1519865"/>
                  <a:pt x="0" y="1400548"/>
                </a:cubicBezTo>
                <a:cubicBezTo>
                  <a:pt x="-1945" y="1281231"/>
                  <a:pt x="-11601" y="971726"/>
                  <a:pt x="0" y="811177"/>
                </a:cubicBezTo>
                <a:cubicBezTo>
                  <a:pt x="11601" y="650628"/>
                  <a:pt x="34125" y="21079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57150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68728339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CECBC64-A67D-ECC1-D424-B95AB08CB0F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946085" y="1232452"/>
            <a:ext cx="2400300" cy="385091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b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Further testing and feedback collection for model enhancement.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Expansion of features, including multi-language support and API integration. 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2A39B854-4B6C-4F7F-A602-6F97770CED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49" y="5439978"/>
            <a:ext cx="4711446" cy="18288"/>
          </a:xfrm>
          <a:custGeom>
            <a:avLst/>
            <a:gdLst>
              <a:gd name="connsiteX0" fmla="*/ 0 w 4711446"/>
              <a:gd name="connsiteY0" fmla="*/ 0 h 18288"/>
              <a:gd name="connsiteX1" fmla="*/ 625949 w 4711446"/>
              <a:gd name="connsiteY1" fmla="*/ 0 h 18288"/>
              <a:gd name="connsiteX2" fmla="*/ 1157670 w 4711446"/>
              <a:gd name="connsiteY2" fmla="*/ 0 h 18288"/>
              <a:gd name="connsiteX3" fmla="*/ 1736504 w 4711446"/>
              <a:gd name="connsiteY3" fmla="*/ 0 h 18288"/>
              <a:gd name="connsiteX4" fmla="*/ 2456683 w 4711446"/>
              <a:gd name="connsiteY4" fmla="*/ 0 h 18288"/>
              <a:gd name="connsiteX5" fmla="*/ 3082632 w 4711446"/>
              <a:gd name="connsiteY5" fmla="*/ 0 h 18288"/>
              <a:gd name="connsiteX6" fmla="*/ 3661467 w 4711446"/>
              <a:gd name="connsiteY6" fmla="*/ 0 h 18288"/>
              <a:gd name="connsiteX7" fmla="*/ 4711446 w 4711446"/>
              <a:gd name="connsiteY7" fmla="*/ 0 h 18288"/>
              <a:gd name="connsiteX8" fmla="*/ 4711446 w 4711446"/>
              <a:gd name="connsiteY8" fmla="*/ 18288 h 18288"/>
              <a:gd name="connsiteX9" fmla="*/ 4038382 w 4711446"/>
              <a:gd name="connsiteY9" fmla="*/ 18288 h 18288"/>
              <a:gd name="connsiteX10" fmla="*/ 3459547 w 4711446"/>
              <a:gd name="connsiteY10" fmla="*/ 18288 h 18288"/>
              <a:gd name="connsiteX11" fmla="*/ 2692255 w 4711446"/>
              <a:gd name="connsiteY11" fmla="*/ 18288 h 18288"/>
              <a:gd name="connsiteX12" fmla="*/ 2066306 w 4711446"/>
              <a:gd name="connsiteY12" fmla="*/ 18288 h 18288"/>
              <a:gd name="connsiteX13" fmla="*/ 1534585 w 4711446"/>
              <a:gd name="connsiteY13" fmla="*/ 18288 h 18288"/>
              <a:gd name="connsiteX14" fmla="*/ 814407 w 4711446"/>
              <a:gd name="connsiteY14" fmla="*/ 18288 h 18288"/>
              <a:gd name="connsiteX15" fmla="*/ 0 w 4711446"/>
              <a:gd name="connsiteY15" fmla="*/ 18288 h 18288"/>
              <a:gd name="connsiteX16" fmla="*/ 0 w 4711446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711446" h="18288" fill="none" extrusionOk="0">
                <a:moveTo>
                  <a:pt x="0" y="0"/>
                </a:moveTo>
                <a:cubicBezTo>
                  <a:pt x="275996" y="-6775"/>
                  <a:pt x="430270" y="12128"/>
                  <a:pt x="625949" y="0"/>
                </a:cubicBezTo>
                <a:cubicBezTo>
                  <a:pt x="821628" y="-12128"/>
                  <a:pt x="953153" y="2170"/>
                  <a:pt x="1157670" y="0"/>
                </a:cubicBezTo>
                <a:cubicBezTo>
                  <a:pt x="1362187" y="-2170"/>
                  <a:pt x="1508708" y="24986"/>
                  <a:pt x="1736504" y="0"/>
                </a:cubicBezTo>
                <a:cubicBezTo>
                  <a:pt x="1964300" y="-24986"/>
                  <a:pt x="2114331" y="-14747"/>
                  <a:pt x="2456683" y="0"/>
                </a:cubicBezTo>
                <a:cubicBezTo>
                  <a:pt x="2799035" y="14747"/>
                  <a:pt x="2904885" y="27883"/>
                  <a:pt x="3082632" y="0"/>
                </a:cubicBezTo>
                <a:cubicBezTo>
                  <a:pt x="3260379" y="-27883"/>
                  <a:pt x="3449277" y="21284"/>
                  <a:pt x="3661467" y="0"/>
                </a:cubicBezTo>
                <a:cubicBezTo>
                  <a:pt x="3873658" y="-21284"/>
                  <a:pt x="4403906" y="12447"/>
                  <a:pt x="4711446" y="0"/>
                </a:cubicBezTo>
                <a:cubicBezTo>
                  <a:pt x="4711844" y="7429"/>
                  <a:pt x="4711426" y="10822"/>
                  <a:pt x="4711446" y="18288"/>
                </a:cubicBezTo>
                <a:cubicBezTo>
                  <a:pt x="4441704" y="14143"/>
                  <a:pt x="4312170" y="5146"/>
                  <a:pt x="4038382" y="18288"/>
                </a:cubicBezTo>
                <a:cubicBezTo>
                  <a:pt x="3764594" y="31430"/>
                  <a:pt x="3716634" y="24680"/>
                  <a:pt x="3459547" y="18288"/>
                </a:cubicBezTo>
                <a:cubicBezTo>
                  <a:pt x="3202460" y="11896"/>
                  <a:pt x="2879854" y="19674"/>
                  <a:pt x="2692255" y="18288"/>
                </a:cubicBezTo>
                <a:cubicBezTo>
                  <a:pt x="2504656" y="16902"/>
                  <a:pt x="2223731" y="-2796"/>
                  <a:pt x="2066306" y="18288"/>
                </a:cubicBezTo>
                <a:cubicBezTo>
                  <a:pt x="1908881" y="39372"/>
                  <a:pt x="1781464" y="10855"/>
                  <a:pt x="1534585" y="18288"/>
                </a:cubicBezTo>
                <a:cubicBezTo>
                  <a:pt x="1287706" y="25721"/>
                  <a:pt x="979966" y="-15294"/>
                  <a:pt x="814407" y="18288"/>
                </a:cubicBezTo>
                <a:cubicBezTo>
                  <a:pt x="648848" y="51870"/>
                  <a:pt x="195527" y="13986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711446" h="18288" stroke="0" extrusionOk="0">
                <a:moveTo>
                  <a:pt x="0" y="0"/>
                </a:moveTo>
                <a:cubicBezTo>
                  <a:pt x="225644" y="-29218"/>
                  <a:pt x="321824" y="-13505"/>
                  <a:pt x="625949" y="0"/>
                </a:cubicBezTo>
                <a:cubicBezTo>
                  <a:pt x="930074" y="13505"/>
                  <a:pt x="1040728" y="23682"/>
                  <a:pt x="1157670" y="0"/>
                </a:cubicBezTo>
                <a:cubicBezTo>
                  <a:pt x="1274612" y="-23682"/>
                  <a:pt x="1732715" y="-38127"/>
                  <a:pt x="1924962" y="0"/>
                </a:cubicBezTo>
                <a:cubicBezTo>
                  <a:pt x="2117209" y="38127"/>
                  <a:pt x="2299261" y="17383"/>
                  <a:pt x="2550911" y="0"/>
                </a:cubicBezTo>
                <a:cubicBezTo>
                  <a:pt x="2802561" y="-17383"/>
                  <a:pt x="2873352" y="-24010"/>
                  <a:pt x="3176861" y="0"/>
                </a:cubicBezTo>
                <a:cubicBezTo>
                  <a:pt x="3480370" y="24010"/>
                  <a:pt x="3597961" y="-9070"/>
                  <a:pt x="3944153" y="0"/>
                </a:cubicBezTo>
                <a:cubicBezTo>
                  <a:pt x="4290345" y="9070"/>
                  <a:pt x="4345995" y="26854"/>
                  <a:pt x="4711446" y="0"/>
                </a:cubicBezTo>
                <a:cubicBezTo>
                  <a:pt x="4710560" y="5429"/>
                  <a:pt x="4712267" y="14046"/>
                  <a:pt x="4711446" y="18288"/>
                </a:cubicBezTo>
                <a:cubicBezTo>
                  <a:pt x="4574282" y="23897"/>
                  <a:pt x="4363770" y="43566"/>
                  <a:pt x="4132611" y="18288"/>
                </a:cubicBezTo>
                <a:cubicBezTo>
                  <a:pt x="3901452" y="-6990"/>
                  <a:pt x="3795359" y="-7327"/>
                  <a:pt x="3459547" y="18288"/>
                </a:cubicBezTo>
                <a:cubicBezTo>
                  <a:pt x="3123735" y="43903"/>
                  <a:pt x="3000502" y="-9998"/>
                  <a:pt x="2786484" y="18288"/>
                </a:cubicBezTo>
                <a:cubicBezTo>
                  <a:pt x="2572466" y="46574"/>
                  <a:pt x="2424773" y="17766"/>
                  <a:pt x="2160535" y="18288"/>
                </a:cubicBezTo>
                <a:cubicBezTo>
                  <a:pt x="1896297" y="18810"/>
                  <a:pt x="1673486" y="-6557"/>
                  <a:pt x="1393242" y="18288"/>
                </a:cubicBezTo>
                <a:cubicBezTo>
                  <a:pt x="1112998" y="43133"/>
                  <a:pt x="887393" y="39122"/>
                  <a:pt x="625949" y="18288"/>
                </a:cubicBezTo>
                <a:cubicBezTo>
                  <a:pt x="364505" y="-2546"/>
                  <a:pt x="251092" y="19641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645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5463EB0A-3D7C-4AA5-BFA5-8EE5B4BA56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0B4B1D-AB75-BB65-89C3-9EDCBD83E4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3988" y="1122363"/>
            <a:ext cx="8276021" cy="3174690"/>
          </a:xfrm>
        </p:spPr>
        <p:txBody>
          <a:bodyPr>
            <a:normAutofit/>
          </a:bodyPr>
          <a:lstStyle/>
          <a:p>
            <a:pPr algn="l"/>
            <a:r>
              <a:rPr lang="en-IN" sz="7000"/>
              <a:t>Future Vision: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846A607-1B56-BB36-BB3B-C9E06EB2732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33988" y="4723637"/>
            <a:ext cx="8276021" cy="148139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Scaling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ClipHop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to cater to various industries like education, media, and corporate training.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Exploring potential monetization strategies.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945AD00-F967-454D-A4B2-39ABA5C88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24870" y="434802"/>
            <a:ext cx="146304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9BC5B79-B912-427C-8219-E3E50943F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433989" y="4501201"/>
            <a:ext cx="827602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7189024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5219498-D544-41AC-98FE-8F956EF66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00DBFC-17A9-4E0A-AEE2-A49F9AEEF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F3019B-13D3-9087-6138-0D370F2D29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4267832"/>
            <a:ext cx="3604497" cy="1297115"/>
          </a:xfrm>
        </p:spPr>
        <p:txBody>
          <a:bodyPr anchor="t">
            <a:normAutofit/>
          </a:bodyPr>
          <a:lstStyle/>
          <a:p>
            <a:pPr algn="l"/>
            <a:r>
              <a:rPr lang="en-IN" sz="3500">
                <a:solidFill>
                  <a:schemeClr val="tx2"/>
                </a:solidFill>
              </a:rPr>
              <a:t>Q&amp;A Session: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EA8CBA-2E00-368C-9D5A-C4EC1B47A4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3504" y="3428999"/>
            <a:ext cx="3604268" cy="838831"/>
          </a:xfrm>
        </p:spPr>
        <p:txBody>
          <a:bodyPr anchor="b">
            <a:normAutofit/>
          </a:bodyPr>
          <a:lstStyle/>
          <a:p>
            <a:pPr algn="l">
              <a:lnSpc>
                <a:spcPct val="90000"/>
              </a:lnSpc>
            </a:pPr>
            <a:endParaRPr lang="en-US" sz="1600">
              <a:solidFill>
                <a:schemeClr val="tx2"/>
              </a:solidFill>
            </a:endParaRPr>
          </a:p>
          <a:p>
            <a:pPr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2"/>
                </a:solidFill>
              </a:rPr>
              <a:t>Open floor for any questions and discussions.</a:t>
            </a:r>
          </a:p>
          <a:p>
            <a:pPr algn="l">
              <a:lnSpc>
                <a:spcPct val="90000"/>
              </a:lnSpc>
            </a:pPr>
            <a:endParaRPr lang="en-IN" sz="160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74613BB-817C-4C4F-8A24-4936F2F06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575767" y="52996"/>
            <a:ext cx="4570022" cy="6805005"/>
            <a:chOff x="6101023" y="52996"/>
            <a:chExt cx="6093363" cy="6805005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26C820D-9A01-44F0-AE18-C2DAB089B8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3517682 w 5890490"/>
                <a:gd name="connsiteY0" fmla="*/ 0 h 6578439"/>
                <a:gd name="connsiteX1" fmla="*/ 5849513 w 5890490"/>
                <a:gd name="connsiteY1" fmla="*/ 841730 h 6578439"/>
                <a:gd name="connsiteX2" fmla="*/ 5890490 w 5890490"/>
                <a:gd name="connsiteY2" fmla="*/ 879060 h 6578439"/>
                <a:gd name="connsiteX3" fmla="*/ 5890490 w 5890490"/>
                <a:gd name="connsiteY3" fmla="*/ 1816052 h 6578439"/>
                <a:gd name="connsiteX4" fmla="*/ 5856961 w 5890490"/>
                <a:gd name="connsiteY4" fmla="*/ 1771023 h 6578439"/>
                <a:gd name="connsiteX5" fmla="*/ 5655397 w 5890490"/>
                <a:gd name="connsiteY5" fmla="*/ 1548813 h 6578439"/>
                <a:gd name="connsiteX6" fmla="*/ 3517682 w 5890490"/>
                <a:gd name="connsiteY6" fmla="*/ 658717 h 6578439"/>
                <a:gd name="connsiteX7" fmla="*/ 2395696 w 5890490"/>
                <a:gd name="connsiteY7" fmla="*/ 850721 h 6578439"/>
                <a:gd name="connsiteX8" fmla="*/ 1519955 w 5890490"/>
                <a:gd name="connsiteY8" fmla="*/ 1450441 h 6578439"/>
                <a:gd name="connsiteX9" fmla="*/ 1223630 w 5890490"/>
                <a:gd name="connsiteY9" fmla="*/ 1841430 h 6578439"/>
                <a:gd name="connsiteX10" fmla="*/ 1075857 w 5890490"/>
                <a:gd name="connsiteY10" fmla="*/ 2329343 h 6578439"/>
                <a:gd name="connsiteX11" fmla="*/ 731010 w 5890490"/>
                <a:gd name="connsiteY11" fmla="*/ 3483744 h 6578439"/>
                <a:gd name="connsiteX12" fmla="*/ 741000 w 5890490"/>
                <a:gd name="connsiteY12" fmla="*/ 4479719 h 6578439"/>
                <a:gd name="connsiteX13" fmla="*/ 1315615 w 5890490"/>
                <a:gd name="connsiteY13" fmla="*/ 5443827 h 6578439"/>
                <a:gd name="connsiteX14" fmla="*/ 2277503 w 5890490"/>
                <a:gd name="connsiteY14" fmla="*/ 6259386 h 6578439"/>
                <a:gd name="connsiteX15" fmla="*/ 3439448 w 5890490"/>
                <a:gd name="connsiteY15" fmla="*/ 6551739 h 6578439"/>
                <a:gd name="connsiteX16" fmla="*/ 4408732 w 5890490"/>
                <a:gd name="connsiteY16" fmla="*/ 6255172 h 6578439"/>
                <a:gd name="connsiteX17" fmla="*/ 5343243 w 5890490"/>
                <a:gd name="connsiteY17" fmla="*/ 5442509 h 6578439"/>
                <a:gd name="connsiteX18" fmla="*/ 5745566 w 5890490"/>
                <a:gd name="connsiteY18" fmla="*/ 5056656 h 6578439"/>
                <a:gd name="connsiteX19" fmla="*/ 5890490 w 5890490"/>
                <a:gd name="connsiteY19" fmla="*/ 4920880 h 6578439"/>
                <a:gd name="connsiteX20" fmla="*/ 5890490 w 5890490"/>
                <a:gd name="connsiteY20" fmla="*/ 5821966 h 6578439"/>
                <a:gd name="connsiteX21" fmla="*/ 5802002 w 5890490"/>
                <a:gd name="connsiteY21" fmla="*/ 5907904 h 6578439"/>
                <a:gd name="connsiteX22" fmla="*/ 5294358 w 5890490"/>
                <a:gd name="connsiteY22" fmla="*/ 6397505 h 6578439"/>
                <a:gd name="connsiteX23" fmla="*/ 5077178 w 5890490"/>
                <a:gd name="connsiteY23" fmla="*/ 6578439 h 6578439"/>
                <a:gd name="connsiteX24" fmla="*/ 1567290 w 5890490"/>
                <a:gd name="connsiteY24" fmla="*/ 6578439 h 6578439"/>
                <a:gd name="connsiteX25" fmla="*/ 1508588 w 5890490"/>
                <a:gd name="connsiteY25" fmla="*/ 6535186 h 6578439"/>
                <a:gd name="connsiteX26" fmla="*/ 826498 w 5890490"/>
                <a:gd name="connsiteY26" fmla="*/ 5876034 h 6578439"/>
                <a:gd name="connsiteX27" fmla="*/ 122403 w 5890490"/>
                <a:gd name="connsiteY27" fmla="*/ 3255655 h 6578439"/>
                <a:gd name="connsiteX28" fmla="*/ 1061197 w 5890490"/>
                <a:gd name="connsiteY28" fmla="*/ 984650 h 6578439"/>
                <a:gd name="connsiteX29" fmla="*/ 3517682 w 5890490"/>
                <a:gd name="connsiteY29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890490" h="6578439">
                  <a:moveTo>
                    <a:pt x="3517682" y="0"/>
                  </a:moveTo>
                  <a:cubicBezTo>
                    <a:pt x="4402016" y="0"/>
                    <a:pt x="5213741" y="315483"/>
                    <a:pt x="5849513" y="841730"/>
                  </a:cubicBezTo>
                  <a:lnTo>
                    <a:pt x="5890490" y="879060"/>
                  </a:lnTo>
                  <a:lnTo>
                    <a:pt x="5890490" y="1816052"/>
                  </a:lnTo>
                  <a:lnTo>
                    <a:pt x="5856961" y="1771023"/>
                  </a:lnTo>
                  <a:cubicBezTo>
                    <a:pt x="5793650" y="1694076"/>
                    <a:pt x="5726429" y="1619959"/>
                    <a:pt x="5655397" y="1548813"/>
                  </a:cubicBezTo>
                  <a:cubicBezTo>
                    <a:pt x="5082208" y="974906"/>
                    <a:pt x="4322973" y="658717"/>
                    <a:pt x="3517682" y="658717"/>
                  </a:cubicBezTo>
                  <a:cubicBezTo>
                    <a:pt x="3085520" y="658717"/>
                    <a:pt x="2718488" y="721533"/>
                    <a:pt x="2395696" y="850721"/>
                  </a:cubicBezTo>
                  <a:cubicBezTo>
                    <a:pt x="2079132" y="977407"/>
                    <a:pt x="1792668" y="1173626"/>
                    <a:pt x="1519955" y="1450441"/>
                  </a:cubicBezTo>
                  <a:cubicBezTo>
                    <a:pt x="1330275" y="1642840"/>
                    <a:pt x="1263719" y="1756094"/>
                    <a:pt x="1223630" y="1841430"/>
                  </a:cubicBezTo>
                  <a:cubicBezTo>
                    <a:pt x="1166545" y="1962981"/>
                    <a:pt x="1128532" y="2116663"/>
                    <a:pt x="1075857" y="2329343"/>
                  </a:cubicBezTo>
                  <a:cubicBezTo>
                    <a:pt x="1008652" y="2601153"/>
                    <a:pt x="916537" y="2973574"/>
                    <a:pt x="731010" y="3483744"/>
                  </a:cubicBezTo>
                  <a:cubicBezTo>
                    <a:pt x="617488" y="3795981"/>
                    <a:pt x="620731" y="4121653"/>
                    <a:pt x="741000" y="4479719"/>
                  </a:cubicBezTo>
                  <a:cubicBezTo>
                    <a:pt x="847257" y="4796172"/>
                    <a:pt x="1045888" y="5129481"/>
                    <a:pt x="1315615" y="5443827"/>
                  </a:cubicBezTo>
                  <a:cubicBezTo>
                    <a:pt x="1630753" y="5810980"/>
                    <a:pt x="1945371" y="6077784"/>
                    <a:pt x="2277503" y="6259386"/>
                  </a:cubicBezTo>
                  <a:cubicBezTo>
                    <a:pt x="2637530" y="6456133"/>
                    <a:pt x="3017536" y="6551739"/>
                    <a:pt x="3439448" y="6551739"/>
                  </a:cubicBezTo>
                  <a:cubicBezTo>
                    <a:pt x="3781571" y="6551739"/>
                    <a:pt x="4089573" y="6457449"/>
                    <a:pt x="4408732" y="6255172"/>
                  </a:cubicBezTo>
                  <a:cubicBezTo>
                    <a:pt x="4738010" y="6046310"/>
                    <a:pt x="5050941" y="5739207"/>
                    <a:pt x="5343243" y="5442509"/>
                  </a:cubicBezTo>
                  <a:cubicBezTo>
                    <a:pt x="5479860" y="5303970"/>
                    <a:pt x="5614918" y="5178206"/>
                    <a:pt x="5745566" y="5056656"/>
                  </a:cubicBezTo>
                  <a:lnTo>
                    <a:pt x="5890490" y="4920880"/>
                  </a:lnTo>
                  <a:lnTo>
                    <a:pt x="5890490" y="5821966"/>
                  </a:lnTo>
                  <a:lnTo>
                    <a:pt x="5802002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58B604F-996E-4349-B131-E04ED285D8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5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7CCEAF3-651B-4605-AE58-F96E227036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3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/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D519330-E5F1-4248-B58C-1AA0D9E6D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Graphic 6" descr="Questions">
            <a:extLst>
              <a:ext uri="{FF2B5EF4-FFF2-40B4-BE49-F238E27FC236}">
                <a16:creationId xmlns:a16="http://schemas.microsoft.com/office/drawing/2014/main" id="{7159D255-7F14-4610-966B-7FC0028390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76992" y="2216469"/>
            <a:ext cx="3106320" cy="310632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892486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494</Words>
  <Application>Microsoft Office PowerPoint</Application>
  <PresentationFormat>On-screen Show (4:3)</PresentationFormat>
  <Paragraphs>81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ClipHop (VidChap)  Video Chaptering Tool</vt:lpstr>
      <vt:lpstr>Our Team</vt:lpstr>
      <vt:lpstr>Problem Statement</vt:lpstr>
      <vt:lpstr>Market Demand for Video Chaptering</vt:lpstr>
      <vt:lpstr>Solution  ClipHop</vt:lpstr>
      <vt:lpstr>Competitive Landscape</vt:lpstr>
      <vt:lpstr>Key Features</vt:lpstr>
      <vt:lpstr>Workflow</vt:lpstr>
      <vt:lpstr>Progress</vt:lpstr>
      <vt:lpstr>Expected Impact</vt:lpstr>
      <vt:lpstr>Demo Showcase</vt:lpstr>
      <vt:lpstr>Summary of Key Takeaways:</vt:lpstr>
      <vt:lpstr>Ongoing Improvements:</vt:lpstr>
      <vt:lpstr>Job board</vt:lpstr>
      <vt:lpstr>Next Steps:</vt:lpstr>
      <vt:lpstr>Future Vision:</vt:lpstr>
      <vt:lpstr>Q&amp;A Session: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Yash Mahendra</cp:lastModifiedBy>
  <cp:revision>3</cp:revision>
  <dcterms:created xsi:type="dcterms:W3CDTF">2013-01-27T09:14:16Z</dcterms:created>
  <dcterms:modified xsi:type="dcterms:W3CDTF">2025-02-24T04:15:45Z</dcterms:modified>
  <cp:category/>
</cp:coreProperties>
</file>